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925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928" r:id="rId32"/>
    <p:sldId id="289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44CC60-B39D-8F5A-54BB-28EC4DF97D6D}" v="135" dt="2026-08-20T06:21:42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Kajal-Assistant Professor SOET" userId="S::mansi.kajal@krmangalam.edu.in::3c99de1c-7603-4b32-be41-7faffefca8f3" providerId="AD" clId="Web-{F75E883A-11B6-445E-CA08-F200B045C872}"/>
    <pc:docChg chg="modSld">
      <pc:chgData name="Mansi Kajal-Assistant Professor SOET" userId="S::mansi.kajal@krmangalam.edu.in::3c99de1c-7603-4b32-be41-7faffefca8f3" providerId="AD" clId="Web-{F75E883A-11B6-445E-CA08-F200B045C872}" dt="2026-08-02T06:02:30.499" v="0"/>
      <pc:docMkLst>
        <pc:docMk/>
      </pc:docMkLst>
      <pc:sldChg chg="delSp">
        <pc:chgData name="Mansi Kajal-Assistant Professor SOET" userId="S::mansi.kajal@krmangalam.edu.in::3c99de1c-7603-4b32-be41-7faffefca8f3" providerId="AD" clId="Web-{F75E883A-11B6-445E-CA08-F200B045C872}" dt="2026-08-02T06:02:30.499" v="0"/>
        <pc:sldMkLst>
          <pc:docMk/>
          <pc:sldMk cId="0" sldId="271"/>
        </pc:sldMkLst>
      </pc:sldChg>
    </pc:docChg>
  </pc:docChgLst>
  <pc:docChgLst>
    <pc:chgData name="Guest User" userId="S::urn:spo:tenantanon#49edf8e8-7ce8-44bc-8ba6-5e538ffde482::" providerId="AD" clId="Web-{7B44CC60-B39D-8F5A-54BB-28EC4DF97D6D}"/>
    <pc:docChg chg="delSld modSld">
      <pc:chgData name="Guest User" userId="S::urn:spo:tenantanon#49edf8e8-7ce8-44bc-8ba6-5e538ffde482::" providerId="AD" clId="Web-{7B44CC60-B39D-8F5A-54BB-28EC4DF97D6D}" dt="2026-08-20T06:21:42.723" v="107" actId="20577"/>
      <pc:docMkLst>
        <pc:docMk/>
      </pc:docMkLst>
      <pc:sldChg chg="delSp">
        <pc:chgData name="Guest User" userId="S::urn:spo:tenantanon#49edf8e8-7ce8-44bc-8ba6-5e538ffde482::" providerId="AD" clId="Web-{7B44CC60-B39D-8F5A-54BB-28EC4DF97D6D}" dt="2026-08-20T06:09:27.019" v="18"/>
        <pc:sldMkLst>
          <pc:docMk/>
          <pc:sldMk cId="0" sldId="257"/>
        </pc:sldMkLst>
        <pc:spChg chg="del">
          <ac:chgData name="Guest User" userId="S::urn:spo:tenantanon#49edf8e8-7ce8-44bc-8ba6-5e538ffde482::" providerId="AD" clId="Web-{7B44CC60-B39D-8F5A-54BB-28EC4DF97D6D}" dt="2026-08-20T06:09:23.394" v="17"/>
          <ac:spMkLst>
            <pc:docMk/>
            <pc:sldMk cId="0" sldId="257"/>
            <ac:spMk id="2" creationId="{00000000-0000-0000-0000-000000000000}"/>
          </ac:spMkLst>
        </pc:spChg>
        <pc:spChg chg="del">
          <ac:chgData name="Guest User" userId="S::urn:spo:tenantanon#49edf8e8-7ce8-44bc-8ba6-5e538ffde482::" providerId="AD" clId="Web-{7B44CC60-B39D-8F5A-54BB-28EC4DF97D6D}" dt="2026-08-20T06:09:27.019" v="18"/>
          <ac:spMkLst>
            <pc:docMk/>
            <pc:sldMk cId="0" sldId="257"/>
            <ac:spMk id="3" creationId="{00000000-0000-0000-0000-000000000000}"/>
          </ac:spMkLst>
        </pc:spChg>
      </pc:sldChg>
      <pc:sldChg chg="delSp modSp">
        <pc:chgData name="Guest User" userId="S::urn:spo:tenantanon#49edf8e8-7ce8-44bc-8ba6-5e538ffde482::" providerId="AD" clId="Web-{7B44CC60-B39D-8F5A-54BB-28EC4DF97D6D}" dt="2026-08-20T06:12:09.698" v="59"/>
        <pc:sldMkLst>
          <pc:docMk/>
          <pc:sldMk cId="0" sldId="258"/>
        </pc:sldMkLst>
        <pc:spChg chg="mod">
          <ac:chgData name="Guest User" userId="S::urn:spo:tenantanon#49edf8e8-7ce8-44bc-8ba6-5e538ffde482::" providerId="AD" clId="Web-{7B44CC60-B39D-8F5A-54BB-28EC4DF97D6D}" dt="2026-08-20T06:09:43.239" v="23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09:54.599" v="25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0:04.021" v="2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0:12.740" v="29" actId="20577"/>
          <ac:spMkLst>
            <pc:docMk/>
            <pc:sldMk cId="0" sldId="258"/>
            <ac:spMk id="24" creationId="{00000000-0000-0000-0000-000000000000}"/>
          </ac:spMkLst>
        </pc:spChg>
        <pc:picChg chg="del">
          <ac:chgData name="Guest User" userId="S::urn:spo:tenantanon#49edf8e8-7ce8-44bc-8ba6-5e538ffde482::" providerId="AD" clId="Web-{7B44CC60-B39D-8F5A-54BB-28EC4DF97D6D}" dt="2026-08-20T06:12:09.698" v="59"/>
          <ac:picMkLst>
            <pc:docMk/>
            <pc:sldMk cId="0" sldId="258"/>
            <ac:picMk id="2" creationId="{00000000-0000-0000-0000-000000000000}"/>
          </ac:picMkLst>
        </pc:picChg>
      </pc:sldChg>
      <pc:sldChg chg="del">
        <pc:chgData name="Guest User" userId="S::urn:spo:tenantanon#49edf8e8-7ce8-44bc-8ba6-5e538ffde482::" providerId="AD" clId="Web-{7B44CC60-B39D-8F5A-54BB-28EC4DF97D6D}" dt="2026-08-20T06:10:23.834" v="30"/>
        <pc:sldMkLst>
          <pc:docMk/>
          <pc:sldMk cId="0" sldId="259"/>
        </pc:sldMkLst>
      </pc:sldChg>
      <pc:sldChg chg="delSp">
        <pc:chgData name="Guest User" userId="S::urn:spo:tenantanon#49edf8e8-7ce8-44bc-8ba6-5e538ffde482::" providerId="AD" clId="Web-{7B44CC60-B39D-8F5A-54BB-28EC4DF97D6D}" dt="2026-08-20T06:12:05.589" v="58"/>
        <pc:sldMkLst>
          <pc:docMk/>
          <pc:sldMk cId="0" sldId="260"/>
        </pc:sldMkLst>
        <pc:picChg chg="del">
          <ac:chgData name="Guest User" userId="S::urn:spo:tenantanon#49edf8e8-7ce8-44bc-8ba6-5e538ffde482::" providerId="AD" clId="Web-{7B44CC60-B39D-8F5A-54BB-28EC4DF97D6D}" dt="2026-08-20T06:12:05.589" v="58"/>
          <ac:picMkLst>
            <pc:docMk/>
            <pc:sldMk cId="0" sldId="260"/>
            <ac:picMk id="2" creationId="{00000000-0000-0000-0000-000000000000}"/>
          </ac:picMkLst>
        </pc:picChg>
      </pc:sldChg>
      <pc:sldChg chg="delSp">
        <pc:chgData name="Guest User" userId="S::urn:spo:tenantanon#49edf8e8-7ce8-44bc-8ba6-5e538ffde482::" providerId="AD" clId="Web-{7B44CC60-B39D-8F5A-54BB-28EC4DF97D6D}" dt="2026-08-20T06:12:17.933" v="60"/>
        <pc:sldMkLst>
          <pc:docMk/>
          <pc:sldMk cId="0" sldId="261"/>
        </pc:sldMkLst>
        <pc:picChg chg="del">
          <ac:chgData name="Guest User" userId="S::urn:spo:tenantanon#49edf8e8-7ce8-44bc-8ba6-5e538ffde482::" providerId="AD" clId="Web-{7B44CC60-B39D-8F5A-54BB-28EC4DF97D6D}" dt="2026-08-20T06:12:17.933" v="60"/>
          <ac:picMkLst>
            <pc:docMk/>
            <pc:sldMk cId="0" sldId="261"/>
            <ac:picMk id="2" creationId="{00000000-0000-0000-0000-000000000000}"/>
          </ac:picMkLst>
        </pc:picChg>
      </pc:sldChg>
      <pc:sldChg chg="delSp modSp">
        <pc:chgData name="Guest User" userId="S::urn:spo:tenantanon#49edf8e8-7ce8-44bc-8ba6-5e538ffde482::" providerId="AD" clId="Web-{7B44CC60-B39D-8F5A-54BB-28EC4DF97D6D}" dt="2026-08-20T06:12:02.120" v="57"/>
        <pc:sldMkLst>
          <pc:docMk/>
          <pc:sldMk cId="0" sldId="262"/>
        </pc:sldMkLst>
        <pc:spChg chg="mod">
          <ac:chgData name="Guest User" userId="S::urn:spo:tenantanon#49edf8e8-7ce8-44bc-8ba6-5e538ffde482::" providerId="AD" clId="Web-{7B44CC60-B39D-8F5A-54BB-28EC4DF97D6D}" dt="2026-08-20T06:11:48.307" v="56" actId="20577"/>
          <ac:spMkLst>
            <pc:docMk/>
            <pc:sldMk cId="0" sldId="262"/>
            <ac:spMk id="7" creationId="{00000000-0000-0000-0000-000000000000}"/>
          </ac:spMkLst>
        </pc:spChg>
        <pc:picChg chg="del">
          <ac:chgData name="Guest User" userId="S::urn:spo:tenantanon#49edf8e8-7ce8-44bc-8ba6-5e538ffde482::" providerId="AD" clId="Web-{7B44CC60-B39D-8F5A-54BB-28EC4DF97D6D}" dt="2026-08-20T06:12:02.120" v="57"/>
          <ac:picMkLst>
            <pc:docMk/>
            <pc:sldMk cId="0" sldId="262"/>
            <ac:picMk id="2" creationId="{00000000-0000-0000-0000-000000000000}"/>
          </ac:picMkLst>
        </pc:picChg>
      </pc:sldChg>
      <pc:sldChg chg="delSp modSp">
        <pc:chgData name="Guest User" userId="S::urn:spo:tenantanon#49edf8e8-7ce8-44bc-8ba6-5e538ffde482::" providerId="AD" clId="Web-{7B44CC60-B39D-8F5A-54BB-28EC4DF97D6D}" dt="2026-08-20T06:17:01.789" v="89" actId="20577"/>
        <pc:sldMkLst>
          <pc:docMk/>
          <pc:sldMk cId="0" sldId="263"/>
        </pc:sldMkLst>
        <pc:spChg chg="mod">
          <ac:chgData name="Guest User" userId="S::urn:spo:tenantanon#49edf8e8-7ce8-44bc-8ba6-5e538ffde482::" providerId="AD" clId="Web-{7B44CC60-B39D-8F5A-54BB-28EC4DF97D6D}" dt="2026-08-20T06:12:49.825" v="63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3:00.294" v="65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3:06.185" v="67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7:01.789" v="89" actId="20577"/>
          <ac:spMkLst>
            <pc:docMk/>
            <pc:sldMk cId="0" sldId="263"/>
            <ac:spMk id="24" creationId="{00000000-0000-0000-0000-000000000000}"/>
          </ac:spMkLst>
        </pc:spChg>
        <pc:picChg chg="del">
          <ac:chgData name="Guest User" userId="S::urn:spo:tenantanon#49edf8e8-7ce8-44bc-8ba6-5e538ffde482::" providerId="AD" clId="Web-{7B44CC60-B39D-8F5A-54BB-28EC4DF97D6D}" dt="2026-08-20T06:12:28.121" v="61"/>
          <ac:picMkLst>
            <pc:docMk/>
            <pc:sldMk cId="0" sldId="263"/>
            <ac:picMk id="2" creationId="{00000000-0000-0000-0000-000000000000}"/>
          </ac:picMkLst>
        </pc:picChg>
      </pc:sldChg>
      <pc:sldChg chg="addSp delSp modSp">
        <pc:chgData name="Guest User" userId="S::urn:spo:tenantanon#49edf8e8-7ce8-44bc-8ba6-5e538ffde482::" providerId="AD" clId="Web-{7B44CC60-B39D-8F5A-54BB-28EC4DF97D6D}" dt="2026-08-20T06:18:01.307" v="95"/>
        <pc:sldMkLst>
          <pc:docMk/>
          <pc:sldMk cId="0" sldId="269"/>
        </pc:sldMkLst>
        <pc:spChg chg="add del">
          <ac:chgData name="Guest User" userId="S::urn:spo:tenantanon#49edf8e8-7ce8-44bc-8ba6-5e538ffde482::" providerId="AD" clId="Web-{7B44CC60-B39D-8F5A-54BB-28EC4DF97D6D}" dt="2026-08-20T06:17:00.961" v="88"/>
          <ac:spMkLst>
            <pc:docMk/>
            <pc:sldMk cId="0" sldId="269"/>
            <ac:spMk id="14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6:45.007" v="80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7:31.978" v="91" actId="1076"/>
          <ac:spMkLst>
            <pc:docMk/>
            <pc:sldMk cId="0" sldId="269"/>
            <ac:spMk id="17" creationId="{00000000-0000-0000-0000-000000000000}"/>
          </ac:spMkLst>
        </pc:spChg>
        <pc:spChg chg="add del">
          <ac:chgData name="Guest User" userId="S::urn:spo:tenantanon#49edf8e8-7ce8-44bc-8ba6-5e538ffde482::" providerId="AD" clId="Web-{7B44CC60-B39D-8F5A-54BB-28EC4DF97D6D}" dt="2026-08-20T06:17:36.869" v="93"/>
          <ac:spMkLst>
            <pc:docMk/>
            <pc:sldMk cId="0" sldId="269"/>
            <ac:spMk id="18" creationId="{00000000-0000-0000-0000-000000000000}"/>
          </ac:spMkLst>
        </pc:spChg>
        <pc:spChg chg="add del">
          <ac:chgData name="Guest User" userId="S::urn:spo:tenantanon#49edf8e8-7ce8-44bc-8ba6-5e538ffde482::" providerId="AD" clId="Web-{7B44CC60-B39D-8F5A-54BB-28EC4DF97D6D}" dt="2026-08-20T06:18:01.307" v="95"/>
          <ac:spMkLst>
            <pc:docMk/>
            <pc:sldMk cId="0" sldId="269"/>
            <ac:spMk id="19" creationId="{00000000-0000-0000-0000-000000000000}"/>
          </ac:spMkLst>
        </pc:spChg>
        <pc:spChg chg="del mod">
          <ac:chgData name="Guest User" userId="S::urn:spo:tenantanon#49edf8e8-7ce8-44bc-8ba6-5e538ffde482::" providerId="AD" clId="Web-{7B44CC60-B39D-8F5A-54BB-28EC4DF97D6D}" dt="2026-08-20T06:17:54.776" v="94"/>
          <ac:spMkLst>
            <pc:docMk/>
            <pc:sldMk cId="0" sldId="269"/>
            <ac:spMk id="21" creationId="{00000000-0000-0000-0000-000000000000}"/>
          </ac:spMkLst>
        </pc:spChg>
        <pc:spChg chg="add del mod">
          <ac:chgData name="Guest User" userId="S::urn:spo:tenantanon#49edf8e8-7ce8-44bc-8ba6-5e538ffde482::" providerId="AD" clId="Web-{7B44CC60-B39D-8F5A-54BB-28EC4DF97D6D}" dt="2026-08-20T06:16:47.070" v="83"/>
          <ac:spMkLst>
            <pc:docMk/>
            <pc:sldMk cId="0" sldId="269"/>
            <ac:spMk id="23" creationId="{C85E76C8-C772-0AAF-1E2F-45E741F39A83}"/>
          </ac:spMkLst>
        </pc:spChg>
      </pc:sldChg>
      <pc:sldChg chg="delSp modSp">
        <pc:chgData name="Guest User" userId="S::urn:spo:tenantanon#49edf8e8-7ce8-44bc-8ba6-5e538ffde482::" providerId="AD" clId="Web-{7B44CC60-B39D-8F5A-54BB-28EC4DF97D6D}" dt="2026-08-20T06:18:41.496" v="100" actId="20577"/>
        <pc:sldMkLst>
          <pc:docMk/>
          <pc:sldMk cId="0" sldId="270"/>
        </pc:sldMkLst>
        <pc:spChg chg="mod">
          <ac:chgData name="Guest User" userId="S::urn:spo:tenantanon#49edf8e8-7ce8-44bc-8ba6-5e538ffde482::" providerId="AD" clId="Web-{7B44CC60-B39D-8F5A-54BB-28EC4DF97D6D}" dt="2026-08-20T06:18:19.355" v="96" actId="20577"/>
          <ac:spMkLst>
            <pc:docMk/>
            <pc:sldMk cId="0" sldId="270"/>
            <ac:spMk id="14" creationId="{00000000-0000-0000-0000-000000000000}"/>
          </ac:spMkLst>
        </pc:spChg>
        <pc:spChg chg="del">
          <ac:chgData name="Guest User" userId="S::urn:spo:tenantanon#49edf8e8-7ce8-44bc-8ba6-5e538ffde482::" providerId="AD" clId="Web-{7B44CC60-B39D-8F5A-54BB-28EC4DF97D6D}" dt="2026-08-20T06:18:23.261" v="97"/>
          <ac:spMkLst>
            <pc:docMk/>
            <pc:sldMk cId="0" sldId="270"/>
            <ac:spMk id="15" creationId="{00000000-0000-0000-0000-000000000000}"/>
          </ac:spMkLst>
        </pc:spChg>
        <pc:spChg chg="mod">
          <ac:chgData name="Guest User" userId="S::urn:spo:tenantanon#49edf8e8-7ce8-44bc-8ba6-5e538ffde482::" providerId="AD" clId="Web-{7B44CC60-B39D-8F5A-54BB-28EC4DF97D6D}" dt="2026-08-20T06:18:41.496" v="100" actId="20577"/>
          <ac:spMkLst>
            <pc:docMk/>
            <pc:sldMk cId="0" sldId="270"/>
            <ac:spMk id="16" creationId="{00000000-0000-0000-0000-000000000000}"/>
          </ac:spMkLst>
        </pc:spChg>
        <pc:spChg chg="del">
          <ac:chgData name="Guest User" userId="S::urn:spo:tenantanon#49edf8e8-7ce8-44bc-8ba6-5e538ffde482::" providerId="AD" clId="Web-{7B44CC60-B39D-8F5A-54BB-28EC4DF97D6D}" dt="2026-08-20T06:18:29.996" v="98"/>
          <ac:spMkLst>
            <pc:docMk/>
            <pc:sldMk cId="0" sldId="270"/>
            <ac:spMk id="17" creationId="{00000000-0000-0000-0000-000000000000}"/>
          </ac:spMkLst>
        </pc:spChg>
      </pc:sldChg>
      <pc:sldChg chg="modSp">
        <pc:chgData name="Guest User" userId="S::urn:spo:tenantanon#49edf8e8-7ce8-44bc-8ba6-5e538ffde482::" providerId="AD" clId="Web-{7B44CC60-B39D-8F5A-54BB-28EC4DF97D6D}" dt="2026-08-20T06:21:42.723" v="107" actId="20577"/>
        <pc:sldMkLst>
          <pc:docMk/>
          <pc:sldMk cId="0" sldId="276"/>
        </pc:sldMkLst>
        <pc:spChg chg="mod">
          <ac:chgData name="Guest User" userId="S::urn:spo:tenantanon#49edf8e8-7ce8-44bc-8ba6-5e538ffde482::" providerId="AD" clId="Web-{7B44CC60-B39D-8F5A-54BB-28EC4DF97D6D}" dt="2026-08-20T06:21:42.723" v="107" actId="20577"/>
          <ac:spMkLst>
            <pc:docMk/>
            <pc:sldMk cId="0" sldId="276"/>
            <ac:spMk id="22" creationId="{00000000-0000-0000-0000-000000000000}"/>
          </ac:spMkLst>
        </pc:spChg>
      </pc:sldChg>
      <pc:sldChg chg="delSp modSp">
        <pc:chgData name="Guest User" userId="S::urn:spo:tenantanon#49edf8e8-7ce8-44bc-8ba6-5e538ffde482::" providerId="AD" clId="Web-{7B44CC60-B39D-8F5A-54BB-28EC4DF97D6D}" dt="2026-08-20T06:09:19.316" v="16"/>
        <pc:sldMkLst>
          <pc:docMk/>
          <pc:sldMk cId="2728511316" sldId="925"/>
        </pc:sldMkLst>
        <pc:spChg chg="mod">
          <ac:chgData name="Guest User" userId="S::urn:spo:tenantanon#49edf8e8-7ce8-44bc-8ba6-5e538ffde482::" providerId="AD" clId="Web-{7B44CC60-B39D-8F5A-54BB-28EC4DF97D6D}" dt="2026-08-20T06:09:13.831" v="15" actId="20577"/>
          <ac:spMkLst>
            <pc:docMk/>
            <pc:sldMk cId="2728511316" sldId="925"/>
            <ac:spMk id="3" creationId="{0A7DA37A-11B2-EE8B-F6D4-23A07A6F9262}"/>
          </ac:spMkLst>
        </pc:spChg>
        <pc:picChg chg="del">
          <ac:chgData name="Guest User" userId="S::urn:spo:tenantanon#49edf8e8-7ce8-44bc-8ba6-5e538ffde482::" providerId="AD" clId="Web-{7B44CC60-B39D-8F5A-54BB-28EC4DF97D6D}" dt="2026-08-20T06:09:19.316" v="16"/>
          <ac:picMkLst>
            <pc:docMk/>
            <pc:sldMk cId="2728511316" sldId="925"/>
            <ac:picMk id="12" creationId="{00000000-0000-0000-0000-000000000000}"/>
          </ac:picMkLst>
        </pc:picChg>
      </pc:sldChg>
    </pc:docChg>
  </pc:docChgLst>
  <pc:docChgLst>
    <pc:chgData name="Mansi Kajal-Assistant Professor SOET" userId="S::mansi.kajal@krmangalam.edu.in::3c99de1c-7603-4b32-be41-7faffefca8f3" providerId="AD" clId="Web-{4FBE455D-CBB7-F223-A67A-840726F8EB8D}"/>
    <pc:docChg chg="addSld delSld modSld">
      <pc:chgData name="Mansi Kajal-Assistant Professor SOET" userId="S::mansi.kajal@krmangalam.edu.in::3c99de1c-7603-4b32-be41-7faffefca8f3" providerId="AD" clId="Web-{4FBE455D-CBB7-F223-A67A-840726F8EB8D}" dt="2026-08-01T19:17:23.075" v="158"/>
      <pc:docMkLst>
        <pc:docMk/>
      </pc:docMkLst>
      <pc:sldChg chg="delSp">
        <pc:chgData name="Mansi Kajal-Assistant Professor SOET" userId="S::mansi.kajal@krmangalam.edu.in::3c99de1c-7603-4b32-be41-7faffefca8f3" providerId="AD" clId="Web-{4FBE455D-CBB7-F223-A67A-840726F8EB8D}" dt="2026-08-01T19:10:31.036" v="8"/>
        <pc:sldMkLst>
          <pc:docMk/>
          <pc:sldMk cId="0" sldId="258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1:36.854" v="21"/>
        <pc:sldMkLst>
          <pc:docMk/>
          <pc:sldMk cId="0" sldId="262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1:58.168" v="26"/>
        <pc:sldMkLst>
          <pc:docMk/>
          <pc:sldMk cId="0" sldId="263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2:28.607" v="27"/>
        <pc:sldMkLst>
          <pc:docMk/>
          <pc:sldMk cId="0" sldId="264"/>
        </pc:sldMkLst>
      </pc:sldChg>
      <pc:sldChg chg="delSp modSp">
        <pc:chgData name="Mansi Kajal-Assistant Professor SOET" userId="S::mansi.kajal@krmangalam.edu.in::3c99de1c-7603-4b32-be41-7faffefca8f3" providerId="AD" clId="Web-{4FBE455D-CBB7-F223-A67A-840726F8EB8D}" dt="2026-08-01T19:12:52.218" v="48" actId="1076"/>
        <pc:sldMkLst>
          <pc:docMk/>
          <pc:sldMk cId="0" sldId="265"/>
        </pc:sldMkLst>
        <pc:spChg chg="mod">
          <ac:chgData name="Mansi Kajal-Assistant Professor SOET" userId="S::mansi.kajal@krmangalam.edu.in::3c99de1c-7603-4b32-be41-7faffefca8f3" providerId="AD" clId="Web-{4FBE455D-CBB7-F223-A67A-840726F8EB8D}" dt="2026-08-01T19:12:52.015" v="32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031" v="33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046" v="34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062" v="35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078" v="36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078" v="37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093" v="38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09" v="39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25" v="40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40" v="41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40" v="42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56" v="43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71" v="44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87" v="45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187" v="46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203" v="47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4FBE455D-CBB7-F223-A67A-840726F8EB8D}" dt="2026-08-01T19:12:52.218" v="48" actId="1076"/>
          <ac:spMkLst>
            <pc:docMk/>
            <pc:sldMk cId="0" sldId="265"/>
            <ac:spMk id="22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3:07.047" v="50"/>
        <pc:sldMkLst>
          <pc:docMk/>
          <pc:sldMk cId="0" sldId="267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3:11.657" v="51"/>
        <pc:sldMkLst>
          <pc:docMk/>
          <pc:sldMk cId="0" sldId="268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3:30.111" v="52"/>
        <pc:sldMkLst>
          <pc:docMk/>
          <pc:sldMk cId="0" sldId="271"/>
        </pc:sldMkLst>
      </pc:sldChg>
      <pc:sldChg chg="delSp modSp">
        <pc:chgData name="Mansi Kajal-Assistant Professor SOET" userId="S::mansi.kajal@krmangalam.edu.in::3c99de1c-7603-4b32-be41-7faffefca8f3" providerId="AD" clId="Web-{4FBE455D-CBB7-F223-A67A-840726F8EB8D}" dt="2026-08-01T19:14:18.942" v="79"/>
        <pc:sldMkLst>
          <pc:docMk/>
          <pc:sldMk cId="0" sldId="272"/>
        </pc:sldMkLst>
        <pc:graphicFrameChg chg="mod modGraphic">
          <ac:chgData name="Mansi Kajal-Assistant Professor SOET" userId="S::mansi.kajal@krmangalam.edu.in::3c99de1c-7603-4b32-be41-7faffefca8f3" providerId="AD" clId="Web-{4FBE455D-CBB7-F223-A67A-840726F8EB8D}" dt="2026-08-01T19:14:10.082" v="77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4FBE455D-CBB7-F223-A67A-840726F8EB8D}" dt="2026-08-01T19:14:37.193" v="108"/>
        <pc:sldMkLst>
          <pc:docMk/>
          <pc:sldMk cId="0" sldId="273"/>
        </pc:sldMkLst>
        <pc:graphicFrameChg chg="mod modGraphic">
          <ac:chgData name="Mansi Kajal-Assistant Professor SOET" userId="S::mansi.kajal@krmangalam.edu.in::3c99de1c-7603-4b32-be41-7faffefca8f3" providerId="AD" clId="Web-{4FBE455D-CBB7-F223-A67A-840726F8EB8D}" dt="2026-08-01T19:14:31.615" v="89"/>
          <ac:graphicFrameMkLst>
            <pc:docMk/>
            <pc:sldMk cId="0" sldId="273"/>
            <ac:graphicFrameMk id="19" creationId="{00000000-0000-0000-0000-000000000000}"/>
          </ac:graphicFrameMkLst>
        </pc:graphicFrameChg>
        <pc:graphicFrameChg chg="mod modGraphic">
          <ac:chgData name="Mansi Kajal-Assistant Professor SOET" userId="S::mansi.kajal@krmangalam.edu.in::3c99de1c-7603-4b32-be41-7faffefca8f3" providerId="AD" clId="Web-{4FBE455D-CBB7-F223-A67A-840726F8EB8D}" dt="2026-08-01T19:14:37.193" v="108"/>
          <ac:graphicFrameMkLst>
            <pc:docMk/>
            <pc:sldMk cId="0" sldId="273"/>
            <ac:graphicFrameMk id="37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4:46.865" v="109"/>
        <pc:sldMkLst>
          <pc:docMk/>
          <pc:sldMk cId="0" sldId="275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5:05.163" v="111"/>
        <pc:sldMkLst>
          <pc:docMk/>
          <pc:sldMk cId="0" sldId="276"/>
        </pc:sldMkLst>
      </pc:sldChg>
      <pc:sldChg chg="delSp modSp">
        <pc:chgData name="Mansi Kajal-Assistant Professor SOET" userId="S::mansi.kajal@krmangalam.edu.in::3c99de1c-7603-4b32-be41-7faffefca8f3" providerId="AD" clId="Web-{4FBE455D-CBB7-F223-A67A-840726F8EB8D}" dt="2026-08-01T19:15:20.851" v="133"/>
        <pc:sldMkLst>
          <pc:docMk/>
          <pc:sldMk cId="0" sldId="277"/>
        </pc:sldMkLst>
        <pc:graphicFrameChg chg="mod modGraphic">
          <ac:chgData name="Mansi Kajal-Assistant Professor SOET" userId="S::mansi.kajal@krmangalam.edu.in::3c99de1c-7603-4b32-be41-7faffefca8f3" providerId="AD" clId="Web-{4FBE455D-CBB7-F223-A67A-840726F8EB8D}" dt="2026-08-01T19:15:14.351" v="132"/>
          <ac:graphicFrameMkLst>
            <pc:docMk/>
            <pc:sldMk cId="0" sldId="277"/>
            <ac:graphicFrameMk id="23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4FBE455D-CBB7-F223-A67A-840726F8EB8D}" dt="2026-08-01T19:15:44.055" v="135" actId="1076"/>
        <pc:sldMkLst>
          <pc:docMk/>
          <pc:sldMk cId="0" sldId="278"/>
        </pc:sldMkLst>
        <pc:spChg chg="mod">
          <ac:chgData name="Mansi Kajal-Assistant Professor SOET" userId="S::mansi.kajal@krmangalam.edu.in::3c99de1c-7603-4b32-be41-7faffefca8f3" providerId="AD" clId="Web-{4FBE455D-CBB7-F223-A67A-840726F8EB8D}" dt="2026-08-01T19:15:44.055" v="135" actId="1076"/>
          <ac:spMkLst>
            <pc:docMk/>
            <pc:sldMk cId="0" sldId="278"/>
            <ac:spMk id="6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4FBE455D-CBB7-F223-A67A-840726F8EB8D}" dt="2026-08-01T19:16:03.978" v="149"/>
        <pc:sldMkLst>
          <pc:docMk/>
          <pc:sldMk cId="0" sldId="279"/>
        </pc:sldMkLst>
        <pc:graphicFrameChg chg="mod modGraphic">
          <ac:chgData name="Mansi Kajal-Assistant Professor SOET" userId="S::mansi.kajal@krmangalam.edu.in::3c99de1c-7603-4b32-be41-7faffefca8f3" providerId="AD" clId="Web-{4FBE455D-CBB7-F223-A67A-840726F8EB8D}" dt="2026-08-01T19:16:03.978" v="149"/>
          <ac:graphicFrameMkLst>
            <pc:docMk/>
            <pc:sldMk cId="0" sldId="279"/>
            <ac:graphicFrameMk id="25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6:35.886" v="150"/>
        <pc:sldMkLst>
          <pc:docMk/>
          <pc:sldMk cId="0" sldId="280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6:49.402" v="152"/>
        <pc:sldMkLst>
          <pc:docMk/>
          <pc:sldMk cId="0" sldId="282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6:54.262" v="153"/>
        <pc:sldMkLst>
          <pc:docMk/>
          <pc:sldMk cId="0" sldId="283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7:02.715" v="155"/>
        <pc:sldMkLst>
          <pc:docMk/>
          <pc:sldMk cId="0" sldId="284"/>
        </pc:sldMkLst>
      </pc:sldChg>
      <pc:sldChg chg="delSp">
        <pc:chgData name="Mansi Kajal-Assistant Professor SOET" userId="S::mansi.kajal@krmangalam.edu.in::3c99de1c-7603-4b32-be41-7faffefca8f3" providerId="AD" clId="Web-{4FBE455D-CBB7-F223-A67A-840726F8EB8D}" dt="2026-08-01T19:17:23.075" v="158"/>
        <pc:sldMkLst>
          <pc:docMk/>
          <pc:sldMk cId="0" sldId="287"/>
        </pc:sldMkLst>
      </pc:sldChg>
      <pc:sldChg chg="modSp">
        <pc:chgData name="Mansi Kajal-Assistant Professor SOET" userId="S::mansi.kajal@krmangalam.edu.in::3c99de1c-7603-4b32-be41-7faffefca8f3" providerId="AD" clId="Web-{4FBE455D-CBB7-F223-A67A-840726F8EB8D}" dt="2026-08-01T19:10:08.160" v="4" actId="20577"/>
        <pc:sldMkLst>
          <pc:docMk/>
          <pc:sldMk cId="2728511316" sldId="925"/>
        </pc:sldMkLst>
        <pc:spChg chg="mod">
          <ac:chgData name="Mansi Kajal-Assistant Professor SOET" userId="S::mansi.kajal@krmangalam.edu.in::3c99de1c-7603-4b32-be41-7faffefca8f3" providerId="AD" clId="Web-{4FBE455D-CBB7-F223-A67A-840726F8EB8D}" dt="2026-08-01T19:10:08.160" v="4" actId="20577"/>
          <ac:spMkLst>
            <pc:docMk/>
            <pc:sldMk cId="2728511316" sldId="925"/>
            <ac:spMk id="3" creationId="{0A7DA37A-11B2-EE8B-F6D4-23A07A6F9262}"/>
          </ac:spMkLst>
        </pc:spChg>
      </pc:sldChg>
      <pc:sldChg chg="add">
        <pc:chgData name="Mansi Kajal-Assistant Professor SOET" userId="S::mansi.kajal@krmangalam.edu.in::3c99de1c-7603-4b32-be41-7faffefca8f3" providerId="AD" clId="Web-{4FBE455D-CBB7-F223-A67A-840726F8EB8D}" dt="2026-08-01T19:09:44.799" v="0"/>
        <pc:sldMkLst>
          <pc:docMk/>
          <pc:sldMk cId="3868629981" sldId="928"/>
        </pc:sldMkLst>
      </pc:sldChg>
    </pc:docChg>
  </pc:docChgLst>
  <pc:docChgLst>
    <pc:chgData clId="Web-{7B44CC60-B39D-8F5A-54BB-28EC4DF97D6D}"/>
    <pc:docChg chg="modSld">
      <pc:chgData name="" userId="" providerId="" clId="Web-{7B44CC60-B39D-8F5A-54BB-28EC4DF97D6D}" dt="2026-08-20T06:09:04.909" v="6" actId="20577"/>
      <pc:docMkLst>
        <pc:docMk/>
      </pc:docMkLst>
      <pc:sldChg chg="modSp">
        <pc:chgData name="" userId="" providerId="" clId="Web-{7B44CC60-B39D-8F5A-54BB-28EC4DF97D6D}" dt="2026-08-20T06:09:04.909" v="6" actId="20577"/>
        <pc:sldMkLst>
          <pc:docMk/>
          <pc:sldMk cId="2728511316" sldId="925"/>
        </pc:sldMkLst>
        <pc:spChg chg="mod">
          <ac:chgData name="" userId="" providerId="" clId="Web-{7B44CC60-B39D-8F5A-54BB-28EC4DF97D6D}" dt="2026-08-20T06:09:04.909" v="6" actId="20577"/>
          <ac:spMkLst>
            <pc:docMk/>
            <pc:sldMk cId="2728511316" sldId="925"/>
            <ac:spMk id="3" creationId="{0A7DA37A-11B2-EE8B-F6D4-23A07A6F92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636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TB1 is the primary text for this course; EER concepts sit in Chapter 8 of Silberschatz and Chapter 4 of Elmasri &amp; Navathe. Edition numbers should be re-checked against the library catalogue each semester before the deck is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2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www.pearson.com/en-us/subject-catalog/p/introduction-to-database-systems-an/P200000003398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ges.cs.wisc.edu/~dbbook/" TargetMode="External"/><Relationship Id="rId5" Type="http://schemas.openxmlformats.org/officeDocument/2006/relationships/hyperlink" Target="https://www.pearson.com/en-us/subject-catalog/p/fundamentals-of-database-systems/P200000003546" TargetMode="External"/><Relationship Id="rId4" Type="http://schemas.openxmlformats.org/officeDocument/2006/relationships/hyperlink" Target="https://www.db-book.com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2734807"/>
            <a:ext cx="8640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kern="100">
                <a:latin typeface="Verdana"/>
                <a:ea typeface="Times New Roman" panose="02020603050405020304" pitchFamily="18" charset="0"/>
                <a:cs typeface="Times New Roman"/>
              </a:rPr>
              <a:t>By: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2400" kern="100">
                <a:latin typeface="Verdana"/>
                <a:ea typeface="Times New Roman" panose="02020603050405020304" pitchFamily="18" charset="0"/>
                <a:cs typeface="Times New Roman"/>
              </a:rPr>
              <a:t>Dr. Surabhi Shanker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1663572"/>
            <a:ext cx="8496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335" y="4293756"/>
            <a:ext cx="8496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Technology(SOET)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R. </a:t>
            </a:r>
            <a:r>
              <a:rPr lang="en-US" kern="10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1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80160" y="2560320"/>
            <a:ext cx="9628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3566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 •  2NF  •  3NF  —  with Full Problem Solving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420624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Amazon, banks &amp; every clean schema fight redundancy — one normal form at a time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7785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Why normalize?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172200" y="132588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0020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177850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Key concepts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02920" y="365760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931920"/>
            <a:ext cx="685800" cy="68580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11022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1NF → 2NF → 3NF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172200" y="365760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3931920"/>
            <a:ext cx="685800" cy="6858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penc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411022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Full walkthrough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1965960" y="59436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/>
        </p:spPr>
      </p:sp>
      <p:sp>
        <p:nvSpPr>
          <p:cNvPr id="27" name="Text 20"/>
          <p:cNvSpPr/>
          <p:nvPr/>
        </p:nvSpPr>
        <p:spPr>
          <a:xfrm>
            <a:off x="1965960" y="5943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4206240" y="6035040"/>
            <a:ext cx="502920" cy="32004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29" name="Shape 22"/>
          <p:cNvSpPr/>
          <p:nvPr/>
        </p:nvSpPr>
        <p:spPr>
          <a:xfrm>
            <a:off x="4846320" y="59436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30" name="Text 23"/>
          <p:cNvSpPr/>
          <p:nvPr/>
        </p:nvSpPr>
        <p:spPr>
          <a:xfrm>
            <a:off x="4846320" y="5943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400800" y="6035040"/>
            <a:ext cx="502920" cy="32004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32" name="Shape 25"/>
          <p:cNvSpPr/>
          <p:nvPr/>
        </p:nvSpPr>
        <p:spPr>
          <a:xfrm>
            <a:off x="7040880" y="59436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2E7D5B"/>
          </a:solidFill>
          <a:ln/>
        </p:spPr>
      </p:sp>
      <p:sp>
        <p:nvSpPr>
          <p:cNvPr id="33" name="Text 26"/>
          <p:cNvSpPr/>
          <p:nvPr/>
        </p:nvSpPr>
        <p:spPr>
          <a:xfrm>
            <a:off x="7040880" y="5943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8595360" y="6035040"/>
            <a:ext cx="502920" cy="32004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35" name="Shape 28"/>
          <p:cNvSpPr/>
          <p:nvPr/>
        </p:nvSpPr>
        <p:spPr>
          <a:xfrm>
            <a:off x="9235440" y="59436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/>
        </p:spPr>
      </p:sp>
      <p:sp>
        <p:nvSpPr>
          <p:cNvPr id="36" name="Text 29"/>
          <p:cNvSpPr/>
          <p:nvPr/>
        </p:nvSpPr>
        <p:spPr>
          <a:xfrm>
            <a:off x="9235440" y="5943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453896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160129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38074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normalization and explain its purpose in database design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26771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395728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2543129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322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functional, partial and transitive dependencies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02920" y="320954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" y="348496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26440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 unnormalized table into 1NF, 2NF and 3NF step by step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02920" y="415137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4279392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4" descr="icons/penc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09" y="4426793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2062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normalization problems with detailed worked examples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02920" y="509320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9808" y="522122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4" name="Image 5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5368625"/>
            <a:ext cx="272125" cy="272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00200" y="514807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benefit of each normal form using real industry examples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Review: What You Already Know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453896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160129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3807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754880" y="1380744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(records) × columns (attributes)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02920" y="226771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2395728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2543129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32257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754880" y="2322576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20954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" y="348496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2644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754880" y="3264408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minimal set that could be the primary key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02920" y="415137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4279392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09" y="4426793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2062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754880" y="42062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 primary key in another table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502920" y="509320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9808" y="522122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8" name="Image 5" descr="icons/cal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5368625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00200" y="51480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754880" y="5148072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attribute set determines another (X → Y)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Normalization?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Normalization </a:t>
            </a:r>
            <a:r>
              <a:rPr lang="en-US" sz="2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 a step-by-step process of organizing tables 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ü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 reduce redundancy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ü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improve data integrity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ü"/>
            </a:pP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It removes insert, update and delete </a:t>
            </a:r>
            <a:r>
              <a:rPr lang="en-US" sz="2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anomalies. 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Wingdings"/>
              <a:buChar char="ü"/>
            </a:pPr>
            <a:endParaRPr lang="en-US" sz="2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en-US" sz="2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Proposed by </a:t>
            </a:r>
            <a:r>
              <a:rPr lang="en-US" sz="2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E.F. Codd (1970s)</a:t>
            </a:r>
            <a:r>
              <a:rPr lang="en-US" sz="2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77240" y="329184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repeating data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0" y="3566160"/>
            <a:ext cx="640080" cy="45720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2" name="Shape 9"/>
          <p:cNvSpPr/>
          <p:nvPr/>
        </p:nvSpPr>
        <p:spPr>
          <a:xfrm>
            <a:off x="3977640" y="329184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13" name="Text 10"/>
          <p:cNvSpPr/>
          <p:nvPr/>
        </p:nvSpPr>
        <p:spPr>
          <a:xfrm>
            <a:off x="397764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4048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3566160"/>
            <a:ext cx="640080" cy="45720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995160" y="329184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9951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235440" y="3566160"/>
            <a:ext cx="640080" cy="45720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20" name="Shape 17"/>
          <p:cNvSpPr/>
          <p:nvPr/>
        </p:nvSpPr>
        <p:spPr>
          <a:xfrm>
            <a:off x="9875520" y="3317389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F4E79"/>
          </a:solidFill>
          <a:ln/>
        </p:spPr>
      </p:sp>
      <p:sp>
        <p:nvSpPr>
          <p:cNvPr id="21" name="Text 18"/>
          <p:cNvSpPr/>
          <p:nvPr/>
        </p:nvSpPr>
        <p:spPr>
          <a:xfrm>
            <a:off x="1001268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811512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Redundancy and the Three Anomalies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80565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73173"/>
            <a:ext cx="658368" cy="658368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8" name="Image 1" descr="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1844349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76461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 redundancy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172200" y="1380565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73173"/>
            <a:ext cx="658368" cy="65836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3" name="Image 2" descr="icons/penc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696" y="1844349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76461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Update anomaly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02920" y="3758005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050613"/>
            <a:ext cx="658368" cy="65836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3" descr="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16" y="4221789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14205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Insert anomaly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172200" y="3758005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050613"/>
            <a:ext cx="658368" cy="65836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696" y="4221789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14205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Delete anomaly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for Normalization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00200"/>
            <a:ext cx="621792" cy="62179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1761866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673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2402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B: knowing A determines B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926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→ Name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72200" y="132588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1600200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4" name="Image 2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186" y="1761866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1673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92240" y="22402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 depends on only PART of a composite key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2240" y="2926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A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(Student_ID, Subject) key, but Name needs only Student_ID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02920" y="37033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77640"/>
            <a:ext cx="621792" cy="62179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3" descr="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4139306"/>
            <a:ext cx="298460" cy="298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22960" y="46177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and B → C, so A → C via the middleman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303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→ Dept_ID → Dept_Name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172200" y="37033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46520" y="3977640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186" y="4139306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4050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492240" y="46177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made of two or more columns together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92240" y="5303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(Student_ID, Subject_ID) identifies one mark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Normal Forms at a Glance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2076357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71600" y="2350677"/>
            <a:ext cx="1783080" cy="777240"/>
          </a:xfrm>
          <a:prstGeom prst="roundRect">
            <a:avLst>
              <a:gd name="adj" fmla="val 15294"/>
            </a:avLst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2350677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356517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133757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groups, one value per cell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3356517"/>
            <a:ext cx="457200" cy="41148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2" name="Shape 9"/>
          <p:cNvSpPr/>
          <p:nvPr/>
        </p:nvSpPr>
        <p:spPr>
          <a:xfrm>
            <a:off x="4407408" y="2076357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76088" y="2350677"/>
            <a:ext cx="1783080" cy="777240"/>
          </a:xfrm>
          <a:prstGeom prst="roundRect">
            <a:avLst>
              <a:gd name="adj" fmla="val 15294"/>
            </a:avLst>
          </a:prstGeom>
          <a:solidFill>
            <a:srgbClr val="2E7D5B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088" y="2350677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81728" y="3356517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+ no partial dependency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81728" y="4133757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need the WHOLE key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19288" y="3356517"/>
            <a:ext cx="457200" cy="41148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8" name="Shape 15"/>
          <p:cNvSpPr/>
          <p:nvPr/>
        </p:nvSpPr>
        <p:spPr>
          <a:xfrm>
            <a:off x="8311896" y="2076357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80576" y="2350677"/>
            <a:ext cx="1783080" cy="777240"/>
          </a:xfrm>
          <a:prstGeom prst="roundRect">
            <a:avLst>
              <a:gd name="adj" fmla="val 15294"/>
            </a:avLst>
          </a:prstGeom>
          <a:solidFill>
            <a:srgbClr val="1F4E79"/>
          </a:solidFill>
          <a:ln/>
        </p:spPr>
      </p:sp>
      <p:sp>
        <p:nvSpPr>
          <p:cNvPr id="20" name="Text 17"/>
          <p:cNvSpPr/>
          <p:nvPr/>
        </p:nvSpPr>
        <p:spPr>
          <a:xfrm>
            <a:off x="9180576" y="2350677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86216" y="3356517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+ no transitive dependency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86216" y="4133757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must not depend on other non-key attributes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 (1NF): The Rules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7223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554480" y="14173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must contain a single (atomic) value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2331720"/>
            <a:ext cx="7223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554480" y="23774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 or arrays in a column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291840"/>
            <a:ext cx="7223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554480" y="33375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must be uniquely identifiable (primary key)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4251960"/>
            <a:ext cx="7223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54480" y="4297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entries in a column must be of the same type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8001000" y="1371600"/>
            <a:ext cx="3685032" cy="3794760"/>
          </a:xfrm>
          <a:prstGeom prst="roundRect">
            <a:avLst>
              <a:gd name="adj" fmla="val 2233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464040" y="1691640"/>
            <a:ext cx="685800" cy="6858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4" name="Image 1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48" y="1869948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2960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smell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8229600" y="29718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named phone1, phone2, phone3 or a cell holding “Cricket, Football” — every code-review tool and DBA flags these on sight.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8229600" y="44348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one value per cell, extra rows instead of extra columns.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Problem: The Unnormalized Table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stores student data like this (NOT in 1NF):</a:t>
            </a: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722376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3977640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group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68680" y="4453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Subject_1/2/3 is the same fact copied sideways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389120" y="3977640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1772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cells</a:t>
            </a:r>
            <a:endParaRPr lang="en-US" dirty="0"/>
          </a:p>
        </p:txBody>
      </p:sp>
      <p:sp>
        <p:nvSpPr>
          <p:cNvPr id="7" name="Text 9"/>
          <p:cNvSpPr/>
          <p:nvPr/>
        </p:nvSpPr>
        <p:spPr>
          <a:xfrm>
            <a:off x="4617720" y="4453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Sara’s row carries two empty slots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38160" y="3977640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36676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66760" y="4453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4th subject? Alter the whole table!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Solution: One Value Per Cell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289125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each subject to its own row — composite key (Student_ID + Subject):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220743"/>
              </p:ext>
            </p:extLst>
          </p:nvPr>
        </p:nvGraphicFramePr>
        <p:xfrm>
          <a:off x="777240" y="1792045"/>
          <a:ext cx="4389120" cy="28163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929205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629400" y="2157805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0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2300451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6640" y="203893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atomic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406640" y="2432125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subject per row — no lists, no dashes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0" y="3163645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9"/>
          <p:cNvSpPr/>
          <p:nvPr/>
        </p:nvSpPr>
        <p:spPr>
          <a:xfrm>
            <a:off x="6629400" y="3392245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5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3534891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06640" y="327337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column ceiling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406640" y="3666565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10th subject is just a 10th row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400800" y="4398085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29400" y="4626685"/>
            <a:ext cx="548640" cy="54864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0" name="Image 3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46" y="4769331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640" y="450781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smell appears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406640" y="4901005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Riya’s name repeats 3× — 2NF will fix that next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First Normal Form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09344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00200" y="1463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“atomic value” mean in 1NF?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253288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72491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00200" y="257860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repeating groups a problem?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648456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8404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600200" y="3842027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 a table have empty cells and still be in 1NF?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7240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 — answers on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Answer Guide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367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45920" y="14630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holds ONE single value — never a list or group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2920" y="253288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7523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645920" y="257860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force new columns for more values and create empty cells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02920" y="3648456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867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45920" y="3694176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Yes — but every non-empty cell must still be atomic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solidFill>
                <a:srgbClr val="1F4E79"/>
              </a:solidFill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7240" y="4983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b="1" dirty="0">
              <a:solidFill>
                <a:srgbClr val="2E7D5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 (2NF): The Rules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490472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490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3990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must already be in 1NF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404872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404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23134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allowed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3200400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319272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319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08760" y="32278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must depend on the ENTIRE primary key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114800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233672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08760" y="41422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key? Then 1NF = 2NF automatically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903720" y="1371600"/>
            <a:ext cx="4800600" cy="3520440"/>
          </a:xfrm>
          <a:prstGeom prst="roundRect">
            <a:avLst>
              <a:gd name="adj" fmla="val 2338"/>
            </a:avLst>
          </a:prstGeom>
          <a:solidFill>
            <a:srgbClr val="FFF8EA"/>
          </a:solidFill>
          <a:ln w="15875">
            <a:solidFill>
              <a:srgbClr val="F5D9A8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78040" y="1627632"/>
            <a:ext cx="603504" cy="603504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4" name="Image 1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951" y="1784543"/>
            <a:ext cx="289682" cy="28968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95528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partial dependency?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178040" y="2331720"/>
            <a:ext cx="420624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7804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(Student_ID, Subject)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178040" y="2971800"/>
            <a:ext cx="420624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7804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← Student_ID  ONLY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178040" y="3611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ignores half the key — it is PARTIALLY dependent, so 2NF is violated.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Problem: Partial Dependency Hiding in 1NF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= (Student_ID + Subject). Spot the misfit column:</a:t>
            </a:r>
            <a:endParaRPr lang="en-US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124998"/>
              </p:ext>
            </p:extLst>
          </p:nvPr>
        </p:nvGraphicFramePr>
        <p:xfrm>
          <a:off x="777240" y="1828800"/>
          <a:ext cx="5394960" cy="25237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Subject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Math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Riya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Science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Riya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Math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Aman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75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History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Aman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Science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Sara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675120" y="1920240"/>
            <a:ext cx="4983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9494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✓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949440" y="2423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BOTH Student_ID and Subject — full-key dependency, perfectly fine.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675120" y="3429000"/>
            <a:ext cx="4983480" cy="13716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949440" y="3566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✗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949440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only on Student_ID — repeats with every subject row. Partial dependency!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Solution: Split Along the Dependency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(PK: Student_ID)</a:t>
            </a:r>
            <a:endParaRPr lang="en-US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57012"/>
              </p:ext>
            </p:extLst>
          </p:nvPr>
        </p:nvGraphicFramePr>
        <p:xfrm>
          <a:off x="777240" y="1783080"/>
          <a:ext cx="3017520" cy="16093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Riya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Aman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Sara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85216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 (PK: Student_ID + Subject)</a:t>
            </a:r>
            <a:endParaRPr lang="en-US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765684"/>
              </p:ext>
            </p:extLst>
          </p:nvPr>
        </p:nvGraphicFramePr>
        <p:xfrm>
          <a:off x="5852160" y="1783080"/>
          <a:ext cx="4114800" cy="241401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Subject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Math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Science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Math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75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History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Science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77240" y="4983480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5145146"/>
            <a:ext cx="298460" cy="2984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00200" y="4828032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 now lives exactly once. Marks keep their composite key. The two tables reconnect anytime through Student_ID — this split-and-join pattern is the beating heart of every relational schema you’ll ever meet.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Second Normal Form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27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63040" y="1417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partial dependency?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543800" y="1371600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1417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non-key attribute depending on only PART of a composite key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02920" y="2542032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7980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463040" y="258775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did Name cause the problem?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543800" y="2542032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0" y="258775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depended on Student_ID alone and repeated per subject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9684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463040" y="375818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many tables after applying 2NF?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543800" y="3712464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0" y="37581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— STUDENT and MARKS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02920" y="4882896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51389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463040" y="492861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key + 1NF: already 2NF?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7543800" y="4882896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0" y="4928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Yes — partial dependency needs a composite key to exist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right column, answer aloud, then check.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(3NF): The Rules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6362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63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00200" y="14813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must already be in 2NF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242316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56946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69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00200" y="248716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 allowed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4290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57530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600200" y="34930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must not depend on other non-key attributes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77240" y="4846320"/>
            <a:ext cx="658368" cy="65836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0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5017496"/>
            <a:ext cx="316017" cy="31601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9164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oath every DBA quotes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691640" y="5212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non-key attribute must depend on the key, the whole key, and nothing but the key.”  (1NF, 2NF and 3NF in one sentence.)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Transitive Dependency?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→ B and B → C (and B is not a key), then A → C transitively — C rides through the middleman B.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63040" y="3017520"/>
            <a:ext cx="1920240" cy="640080"/>
          </a:xfrm>
          <a:prstGeom prst="rect">
            <a:avLst/>
          </a:prstGeom>
          <a:solidFill>
            <a:srgbClr val="1F4E79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03520" y="3017520"/>
            <a:ext cx="1737360" cy="640080"/>
          </a:xfrm>
          <a:prstGeom prst="rect">
            <a:avLst/>
          </a:prstGeom>
          <a:solidFill>
            <a:srgbClr val="2E75B6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52560" y="3017520"/>
            <a:ext cx="1920240" cy="640080"/>
          </a:xfrm>
          <a:prstGeom prst="rect">
            <a:avLst/>
          </a:prstGeom>
          <a:solidFill>
            <a:srgbClr val="2E7D5B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66160" y="3145536"/>
            <a:ext cx="1554480" cy="384048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223760" y="3145536"/>
            <a:ext cx="1645920" cy="384048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non-key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4088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→ non-key  ⚠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 depends on Dept_ID — not directly on Student_ID. Transitive dependency → 3NF violated.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7240" y="5084064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1" descr="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240975"/>
            <a:ext cx="289682" cy="28968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00200" y="4956048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You met this FD chain in case like: PIN → City in every address row is the same trap. Store the city with the PIN code </a:t>
            </a:r>
            <a:r>
              <a:rPr lang="en-US" sz="16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once — not inside 10 million customer rows.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Problem: Transitive Dependency in a 2NF Table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Student_ID. Find the smuggled-in fact: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88150"/>
              </p:ext>
            </p:extLst>
          </p:nvPr>
        </p:nvGraphicFramePr>
        <p:xfrm>
          <a:off x="777240" y="1828800"/>
          <a:ext cx="6126480" cy="2103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Dept_ID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Dept_Name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Riya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Computer Science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Aman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Electronics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Sara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Computer Science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Vikram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Mechanical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406640" y="182880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680960" y="2084832"/>
            <a:ext cx="585216" cy="585216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0" name="Image 1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116" y="2236988"/>
            <a:ext cx="280904" cy="2809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8200" y="2130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smell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680960" y="27432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“Computer Science” appears twice already. Rename the department and you must edit EVERY matching student row.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2960" y="473659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40,000 students this is the exact incident from Session 8 — one missed row and the university has two names for one department. Transitive dependencies are update anomalies waiting to happen.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Solution: Give the Fact Its Own Table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09557" y="254247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(PK: Student_ID)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411480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0350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(PK: Dept_ID)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3566160" cy="16093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892040" y="2514600"/>
            <a:ext cx="1005840" cy="384048"/>
          </a:xfrm>
          <a:prstGeom prst="leftArrow">
            <a:avLst/>
          </a:prstGeom>
          <a:solidFill>
            <a:srgbClr val="F0A32E"/>
          </a:solidFill>
          <a:ln/>
        </p:spPr>
      </p:sp>
      <p:sp>
        <p:nvSpPr>
          <p:cNvPr id="11" name="Text 6"/>
          <p:cNvSpPr/>
          <p:nvPr/>
        </p:nvSpPr>
        <p:spPr>
          <a:xfrm>
            <a:off x="489204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77240" y="4892040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5053706"/>
            <a:ext cx="298460" cy="298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736592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name is stored exactly once. Renaming “Computer Science” is now a one-row update — and Student still reaches it through the Dept_ID foreign key. Key, whole key, nothing but the key ✓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Problem: Unnormalized → 3NF (E-Commerce Order)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587064"/>
              </p:ext>
            </p:extLst>
          </p:nvPr>
        </p:nvGraphicFramePr>
        <p:xfrm>
          <a:off x="777240" y="1463040"/>
          <a:ext cx="7315200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Order_ID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Customer_Name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City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O1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Riya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Delhi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Laptop, Mouse, Keyboard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O2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Aman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Mumbai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Monitor, Cable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30632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14400" y="32461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3767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Items list into one row per item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187952" y="3520440"/>
            <a:ext cx="384048" cy="36576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2" name="Shape 8"/>
          <p:cNvSpPr/>
          <p:nvPr/>
        </p:nvSpPr>
        <p:spPr>
          <a:xfrm>
            <a:off x="4434840" y="30632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32461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E7D5B"/>
          </a:solidFill>
          <a:ln/>
        </p:spPr>
      </p:sp>
      <p:sp>
        <p:nvSpPr>
          <p:cNvPr id="14" name="Text 10"/>
          <p:cNvSpPr/>
          <p:nvPr/>
        </p:nvSpPr>
        <p:spPr>
          <a:xfrm>
            <a:off x="470916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09160" y="3767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customer facts out of the (Order, Item) key’s way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982712" y="3520440"/>
            <a:ext cx="384048" cy="36576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0" y="30632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03920" y="32461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</p:sp>
      <p:sp>
        <p:nvSpPr>
          <p:cNvPr id="19" name="Text 15"/>
          <p:cNvSpPr/>
          <p:nvPr/>
        </p:nvSpPr>
        <p:spPr>
          <a:xfrm>
            <a:off x="850392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503920" y="3767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belongs with the customer, not with each order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77240" y="5047488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3" name="Image 1" descr="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5209154"/>
            <a:ext cx="298460" cy="298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4910328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three clean tables — CUSTOMER(cust_id, name, city), ORDERS(order_id, cust_id), ORDER_ITEMS(order_id, item). That is, almost line for line, the live schema inside Amazon and Flipkart.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After: Unnormalized vs 3NF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groups in cells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copied in many rows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— change in many places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anomalies — blocked without full data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anomalies — accidental data loss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(3NF)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10312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 in every cell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stored exactly once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updates — change one place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inserts — nothing blocks a new row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deletes — no collateral loss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(We Do Together)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64792"/>
            <a:ext cx="621792" cy="62179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64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15544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(Emp_ID, Name, Project, Hours), key = (Emp_ID, Project). In 2NF? Why or why not?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8803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182112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182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91640" y="29718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(Book_ID, Title, Publisher_ID, Publisher_Name). Which normal form is violated?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429768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4599432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599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91640" y="43891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1NF:  Roll_No = 1, Name = "Tom", Sports = "Cricket, Football"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in pairs — 4 minutes. Answers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Practice: Possible Answers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46504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1908170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468880" y="15361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2NF — Name depends only on Emp_ID (partial). Split into EMPLOYEE and PROJECT_HOURS.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8346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118104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279770"/>
            <a:ext cx="298460" cy="298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154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468880" y="29077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violated — Publisher_Name rides through Publisher_ID (transitive). Split into BOOK and PUBLISHER.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2920" y="42062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489704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4651370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2468880" y="4279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fix: two rows — (1, Tom, Cricket) and (1, Tom, Football).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Tasks (You Do)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64792"/>
            <a:ext cx="621792" cy="62179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64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15544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(Patient_ID, Name, Doctor_ID, Doctor_Name, Fee): identify the violated normal form and convert to 3NF. (Think Practo’s appointment data.)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8803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182112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182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91640" y="29718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three rules of 1NF in your own words.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429768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4599432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599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91640" y="43891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partial vs transitive dependency with one example of each.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Bigger: Discussion Questions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46504"/>
            <a:ext cx="658368" cy="65836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1917680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155448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normal form matters most for a banking database — and why?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02920" y="28803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3163824"/>
            <a:ext cx="658368" cy="65836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2" name="Image 2" descr="icons/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16" y="3335000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297180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might DE-normalization (going back!) actually be useful?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02920" y="429768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4581144"/>
            <a:ext cx="658368" cy="65836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3" descr="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416" y="4752320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3080" y="43891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skip 2NF and jump from 1NF straight to 3NF?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408176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76" y="1560332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35331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297680" y="135331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tables step by step to remove redundancy and anomalies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" y="224028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368296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" y="2520452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31343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297680" y="231343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2920" y="320040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328416"/>
            <a:ext cx="585216" cy="585216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" y="3480572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27355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297680" y="327355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+ no partial dependency (whole key)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02920" y="416052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4288536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3" name="Image 4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" y="4440692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2336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297680" y="423367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+ no transitive dependency (nothing but the key)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502920" y="512064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31520" y="5248656"/>
            <a:ext cx="585216" cy="585216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8" name="Image 5" descr="icons/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76" y="5400812"/>
            <a:ext cx="280904" cy="2809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51937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rule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297680" y="519379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 builds on the previous one — never skip a rung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Corner: Asked at Real Placements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45336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1417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1NF, 2NF and 3NF?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42316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596896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2468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transitive dependency? Give an example.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347472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00200" y="3520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normalization important in database design?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52628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700016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600200" y="45720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insertion, update and deletion anomalies.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— Text Books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1965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 Concepts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07008" y="22768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Silberschatz, H. F. Korth, S. Sudarshan  ·  McGraw-Hill</a:t>
            </a:r>
            <a:endParaRPr lang="en-US" sz="120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207008" y="2514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https://www.db-book.com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42248" y="2093976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2" name="Text 9"/>
          <p:cNvSpPr/>
          <p:nvPr/>
        </p:nvSpPr>
        <p:spPr>
          <a:xfrm>
            <a:off x="8842248" y="2093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2019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29077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2907792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29992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Fundamentals of Database Systems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07008" y="33101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Elmasri, S. B. Navathe  ·  Pearson</a:t>
            </a:r>
            <a:endParaRPr lang="en-US" sz="1200" dirty="0"/>
          </a:p>
        </p:txBody>
      </p:sp>
      <p:sp>
        <p:nvSpPr>
          <p:cNvPr id="17" name="Text 14">
            <a:hlinkClick r:id="rId5"/>
          </p:cNvPr>
          <p:cNvSpPr/>
          <p:nvPr/>
        </p:nvSpPr>
        <p:spPr>
          <a:xfrm>
            <a:off x="1207008" y="35478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https://www.pearson.com/en-us/subject-catalog/p/fundamentals-of-database-systems/P200000003546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3127248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9" name="Text 16"/>
          <p:cNvSpPr/>
          <p:nvPr/>
        </p:nvSpPr>
        <p:spPr>
          <a:xfrm>
            <a:off x="8842248" y="31272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1248" y="394106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3941064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2" name="Text 19"/>
          <p:cNvSpPr/>
          <p:nvPr/>
        </p:nvSpPr>
        <p:spPr>
          <a:xfrm>
            <a:off x="1207008" y="403250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207008" y="43434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Ramakrishnan, J. Gehrke  ·  McGraw-Hill</a:t>
            </a:r>
            <a:endParaRPr lang="en-US" sz="12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1207008" y="45811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96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https://pages.cs.wisc.edu/~dbbook/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42248" y="416052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8842248" y="41605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Ed.  2003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1248" y="49743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" y="4974336"/>
            <a:ext cx="109728" cy="91440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9" name="Text 26"/>
          <p:cNvSpPr/>
          <p:nvPr/>
        </p:nvSpPr>
        <p:spPr>
          <a:xfrm>
            <a:off x="1207008" y="50657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Introduction to Database Systems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207008" y="5376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J. Date  ·  Pearson</a:t>
            </a:r>
            <a:endParaRPr lang="en-US" sz="1200" dirty="0"/>
          </a:p>
        </p:txBody>
      </p:sp>
      <p:sp>
        <p:nvSpPr>
          <p:cNvPr id="31" name="Text 28">
            <a:hlinkClick r:id="rId7"/>
          </p:cNvPr>
          <p:cNvSpPr/>
          <p:nvPr/>
        </p:nvSpPr>
        <p:spPr>
          <a:xfrm>
            <a:off x="1207008" y="56144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A02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https://www.pearson.com/en-us/subject-catalog/p/introduction-to-database-systems-an/P200000003398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842248" y="5193792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33" name="Text 30"/>
          <p:cNvSpPr/>
          <p:nvPr/>
        </p:nvSpPr>
        <p:spPr>
          <a:xfrm>
            <a:off x="8842248" y="5193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8th Ed.  2003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68629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33172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737360" y="35661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question: name one normal form, one rule it enforces, and one problem it solves.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77440" y="43434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1NF: atomic cells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43434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2NF: whole key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434340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F0A32E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3NF: nothing but the key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| Database Management Systems | K. R. Mangalam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3233</Words>
  <Application>Microsoft Office PowerPoint</Application>
  <PresentationFormat>Widescreen</PresentationFormat>
  <Paragraphs>560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Mansi Kajal-Assistant Professor SOET</cp:lastModifiedBy>
  <cp:revision>98</cp:revision>
  <dcterms:created xsi:type="dcterms:W3CDTF">2026-07-19T15:58:13Z</dcterms:created>
  <dcterms:modified xsi:type="dcterms:W3CDTF">2026-08-20T06:21:46Z</dcterms:modified>
</cp:coreProperties>
</file>