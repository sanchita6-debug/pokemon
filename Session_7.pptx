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925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2" r:id="rId27"/>
    <p:sldId id="928" r:id="rId28"/>
    <p:sldId id="283" r:id="rId2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860D17-D4B2-51AF-A862-F7BB10309D3A}" v="190" dt="2026-08-01T18:52:02.9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si Kajal-Assistant Professor SOET" userId="S::mansi.kajal@krmangalam.edu.in::3c99de1c-7603-4b32-be41-7faffefca8f3" providerId="AD" clId="Web-{08860D17-D4B2-51AF-A862-F7BB10309D3A}"/>
    <pc:docChg chg="addSld delSld modSld">
      <pc:chgData name="Mansi Kajal-Assistant Professor SOET" userId="S::mansi.kajal@krmangalam.edu.in::3c99de1c-7603-4b32-be41-7faffefca8f3" providerId="AD" clId="Web-{08860D17-D4B2-51AF-A862-F7BB10309D3A}" dt="2026-08-01T18:52:02.985" v="189"/>
      <pc:docMkLst>
        <pc:docMk/>
      </pc:docMkLst>
      <pc:sldChg chg="delSp">
        <pc:chgData name="Mansi Kajal-Assistant Professor SOET" userId="S::mansi.kajal@krmangalam.edu.in::3c99de1c-7603-4b32-be41-7faffefca8f3" providerId="AD" clId="Web-{08860D17-D4B2-51AF-A862-F7BB10309D3A}" dt="2026-08-01T18:41:56.370" v="5"/>
        <pc:sldMkLst>
          <pc:docMk/>
          <pc:sldMk cId="0" sldId="259"/>
        </pc:sldMkLst>
        <pc:spChg chg="del">
          <ac:chgData name="Mansi Kajal-Assistant Professor SOET" userId="S::mansi.kajal@krmangalam.edu.in::3c99de1c-7603-4b32-be41-7faffefca8f3" providerId="AD" clId="Web-{08860D17-D4B2-51AF-A862-F7BB10309D3A}" dt="2026-08-01T18:41:39.041" v="0"/>
          <ac:spMkLst>
            <pc:docMk/>
            <pc:sldMk cId="0" sldId="259"/>
            <ac:spMk id="10" creationId="{00000000-0000-0000-0000-000000000000}"/>
          </ac:spMkLst>
        </pc:spChg>
        <pc:spChg chg="del">
          <ac:chgData name="Mansi Kajal-Assistant Professor SOET" userId="S::mansi.kajal@krmangalam.edu.in::3c99de1c-7603-4b32-be41-7faffefca8f3" providerId="AD" clId="Web-{08860D17-D4B2-51AF-A862-F7BB10309D3A}" dt="2026-08-01T18:41:42.291" v="1"/>
          <ac:spMkLst>
            <pc:docMk/>
            <pc:sldMk cId="0" sldId="259"/>
            <ac:spMk id="15" creationId="{00000000-0000-0000-0000-000000000000}"/>
          </ac:spMkLst>
        </pc:spChg>
        <pc:spChg chg="del">
          <ac:chgData name="Mansi Kajal-Assistant Professor SOET" userId="S::mansi.kajal@krmangalam.edu.in::3c99de1c-7603-4b32-be41-7faffefca8f3" providerId="AD" clId="Web-{08860D17-D4B2-51AF-A862-F7BB10309D3A}" dt="2026-08-01T18:41:45.698" v="2"/>
          <ac:spMkLst>
            <pc:docMk/>
            <pc:sldMk cId="0" sldId="259"/>
            <ac:spMk id="20" creationId="{00000000-0000-0000-0000-000000000000}"/>
          </ac:spMkLst>
        </pc:spChg>
        <pc:spChg chg="del">
          <ac:chgData name="Mansi Kajal-Assistant Professor SOET" userId="S::mansi.kajal@krmangalam.edu.in::3c99de1c-7603-4b32-be41-7faffefca8f3" providerId="AD" clId="Web-{08860D17-D4B2-51AF-A862-F7BB10309D3A}" dt="2026-08-01T18:41:49.120" v="3"/>
          <ac:spMkLst>
            <pc:docMk/>
            <pc:sldMk cId="0" sldId="259"/>
            <ac:spMk id="25" creationId="{00000000-0000-0000-0000-000000000000}"/>
          </ac:spMkLst>
        </pc:spChg>
        <pc:spChg chg="del">
          <ac:chgData name="Mansi Kajal-Assistant Professor SOET" userId="S::mansi.kajal@krmangalam.edu.in::3c99de1c-7603-4b32-be41-7faffefca8f3" providerId="AD" clId="Web-{08860D17-D4B2-51AF-A862-F7BB10309D3A}" dt="2026-08-01T18:41:52.698" v="4"/>
          <ac:spMkLst>
            <pc:docMk/>
            <pc:sldMk cId="0" sldId="259"/>
            <ac:spMk id="30" creationId="{00000000-0000-0000-0000-000000000000}"/>
          </ac:spMkLst>
        </pc:spChg>
        <pc:spChg chg="del">
          <ac:chgData name="Mansi Kajal-Assistant Professor SOET" userId="S::mansi.kajal@krmangalam.edu.in::3c99de1c-7603-4b32-be41-7faffefca8f3" providerId="AD" clId="Web-{08860D17-D4B2-51AF-A862-F7BB10309D3A}" dt="2026-08-01T18:41:56.370" v="5"/>
          <ac:spMkLst>
            <pc:docMk/>
            <pc:sldMk cId="0" sldId="259"/>
            <ac:spMk id="35" creationId="{00000000-0000-0000-0000-000000000000}"/>
          </ac:spMkLst>
        </pc:spChg>
      </pc:sldChg>
      <pc:sldChg chg="delSp modSp">
        <pc:chgData name="Mansi Kajal-Assistant Professor SOET" userId="S::mansi.kajal@krmangalam.edu.in::3c99de1c-7603-4b32-be41-7faffefca8f3" providerId="AD" clId="Web-{08860D17-D4B2-51AF-A862-F7BB10309D3A}" dt="2026-08-01T18:43:12.685" v="16" actId="1076"/>
        <pc:sldMkLst>
          <pc:docMk/>
          <pc:sldMk cId="0" sldId="262"/>
        </pc:sldMkLst>
        <pc:spChg chg="mod">
          <ac:chgData name="Mansi Kajal-Assistant Professor SOET" userId="S::mansi.kajal@krmangalam.edu.in::3c99de1c-7603-4b32-be41-7faffefca8f3" providerId="AD" clId="Web-{08860D17-D4B2-51AF-A862-F7BB10309D3A}" dt="2026-08-01T18:43:12.576" v="11" actId="1076"/>
          <ac:spMkLst>
            <pc:docMk/>
            <pc:sldMk cId="0" sldId="262"/>
            <ac:spMk id="6" creationId="{00000000-0000-0000-0000-000000000000}"/>
          </ac:spMkLst>
        </pc:spChg>
        <pc:spChg chg="mod">
          <ac:chgData name="Mansi Kajal-Assistant Professor SOET" userId="S::mansi.kajal@krmangalam.edu.in::3c99de1c-7603-4b32-be41-7faffefca8f3" providerId="AD" clId="Web-{08860D17-D4B2-51AF-A862-F7BB10309D3A}" dt="2026-08-01T18:43:12.592" v="12" actId="1076"/>
          <ac:spMkLst>
            <pc:docMk/>
            <pc:sldMk cId="0" sldId="262"/>
            <ac:spMk id="7" creationId="{00000000-0000-0000-0000-000000000000}"/>
          </ac:spMkLst>
        </pc:spChg>
        <pc:spChg chg="del">
          <ac:chgData name="Mansi Kajal-Assistant Professor SOET" userId="S::mansi.kajal@krmangalam.edu.in::3c99de1c-7603-4b32-be41-7faffefca8f3" providerId="AD" clId="Web-{08860D17-D4B2-51AF-A862-F7BB10309D3A}" dt="2026-08-01T18:42:46.294" v="7"/>
          <ac:spMkLst>
            <pc:docMk/>
            <pc:sldMk cId="0" sldId="262"/>
            <ac:spMk id="9" creationId="{00000000-0000-0000-0000-000000000000}"/>
          </ac:spMkLst>
        </pc:spChg>
        <pc:spChg chg="mod">
          <ac:chgData name="Mansi Kajal-Assistant Professor SOET" userId="S::mansi.kajal@krmangalam.edu.in::3c99de1c-7603-4b32-be41-7faffefca8f3" providerId="AD" clId="Web-{08860D17-D4B2-51AF-A862-F7BB10309D3A}" dt="2026-08-01T18:43:12.639" v="14" actId="1076"/>
          <ac:spMkLst>
            <pc:docMk/>
            <pc:sldMk cId="0" sldId="262"/>
            <ac:spMk id="10" creationId="{00000000-0000-0000-0000-000000000000}"/>
          </ac:spMkLst>
        </pc:spChg>
        <pc:spChg chg="mod">
          <ac:chgData name="Mansi Kajal-Assistant Professor SOET" userId="S::mansi.kajal@krmangalam.edu.in::3c99de1c-7603-4b32-be41-7faffefca8f3" providerId="AD" clId="Web-{08860D17-D4B2-51AF-A862-F7BB10309D3A}" dt="2026-08-01T18:43:12.670" v="15" actId="1076"/>
          <ac:spMkLst>
            <pc:docMk/>
            <pc:sldMk cId="0" sldId="262"/>
            <ac:spMk id="11" creationId="{00000000-0000-0000-0000-000000000000}"/>
          </ac:spMkLst>
        </pc:spChg>
        <pc:spChg chg="del">
          <ac:chgData name="Mansi Kajal-Assistant Professor SOET" userId="S::mansi.kajal@krmangalam.edu.in::3c99de1c-7603-4b32-be41-7faffefca8f3" providerId="AD" clId="Web-{08860D17-D4B2-51AF-A862-F7BB10309D3A}" dt="2026-08-01T18:42:49.513" v="8"/>
          <ac:spMkLst>
            <pc:docMk/>
            <pc:sldMk cId="0" sldId="262"/>
            <ac:spMk id="13" creationId="{00000000-0000-0000-0000-000000000000}"/>
          </ac:spMkLst>
        </pc:spChg>
        <pc:spChg chg="del">
          <ac:chgData name="Mansi Kajal-Assistant Professor SOET" userId="S::mansi.kajal@krmangalam.edu.in::3c99de1c-7603-4b32-be41-7faffefca8f3" providerId="AD" clId="Web-{08860D17-D4B2-51AF-A862-F7BB10309D3A}" dt="2026-08-01T18:42:12.121" v="6"/>
          <ac:spMkLst>
            <pc:docMk/>
            <pc:sldMk cId="0" sldId="262"/>
            <ac:spMk id="14" creationId="{00000000-0000-0000-0000-000000000000}"/>
          </ac:spMkLst>
        </pc:spChg>
        <pc:graphicFrameChg chg="mod">
          <ac:chgData name="Mansi Kajal-Assistant Professor SOET" userId="S::mansi.kajal@krmangalam.edu.in::3c99de1c-7603-4b32-be41-7faffefca8f3" providerId="AD" clId="Web-{08860D17-D4B2-51AF-A862-F7BB10309D3A}" dt="2026-08-01T18:43:12.623" v="13" actId="1076"/>
          <ac:graphicFrameMkLst>
            <pc:docMk/>
            <pc:sldMk cId="0" sldId="262"/>
            <ac:graphicFrameMk id="8" creationId="{00000000-0000-0000-0000-000000000000}"/>
          </ac:graphicFrameMkLst>
        </pc:graphicFrameChg>
        <pc:graphicFrameChg chg="mod">
          <ac:chgData name="Mansi Kajal-Assistant Professor SOET" userId="S::mansi.kajal@krmangalam.edu.in::3c99de1c-7603-4b32-be41-7faffefca8f3" providerId="AD" clId="Web-{08860D17-D4B2-51AF-A862-F7BB10309D3A}" dt="2026-08-01T18:43:12.685" v="16" actId="1076"/>
          <ac:graphicFrameMkLst>
            <pc:docMk/>
            <pc:sldMk cId="0" sldId="262"/>
            <ac:graphicFrameMk id="15" creationId="{00000000-0000-0000-0000-000000000000}"/>
          </ac:graphicFrameMkLst>
        </pc:graphicFrameChg>
      </pc:sldChg>
      <pc:sldChg chg="delSp">
        <pc:chgData name="Mansi Kajal-Assistant Professor SOET" userId="S::mansi.kajal@krmangalam.edu.in::3c99de1c-7603-4b32-be41-7faffefca8f3" providerId="AD" clId="Web-{08860D17-D4B2-51AF-A862-F7BB10309D3A}" dt="2026-08-01T18:43:30.561" v="18"/>
        <pc:sldMkLst>
          <pc:docMk/>
          <pc:sldMk cId="0" sldId="263"/>
        </pc:sldMkLst>
        <pc:spChg chg="del">
          <ac:chgData name="Mansi Kajal-Assistant Professor SOET" userId="S::mansi.kajal@krmangalam.edu.in::3c99de1c-7603-4b32-be41-7faffefca8f3" providerId="AD" clId="Web-{08860D17-D4B2-51AF-A862-F7BB10309D3A}" dt="2026-08-01T18:43:28.358" v="17"/>
          <ac:spMkLst>
            <pc:docMk/>
            <pc:sldMk cId="0" sldId="263"/>
            <ac:spMk id="6" creationId="{00000000-0000-0000-0000-000000000000}"/>
          </ac:spMkLst>
        </pc:spChg>
        <pc:spChg chg="del">
          <ac:chgData name="Mansi Kajal-Assistant Professor SOET" userId="S::mansi.kajal@krmangalam.edu.in::3c99de1c-7603-4b32-be41-7faffefca8f3" providerId="AD" clId="Web-{08860D17-D4B2-51AF-A862-F7BB10309D3A}" dt="2026-08-01T18:43:30.561" v="18"/>
          <ac:spMkLst>
            <pc:docMk/>
            <pc:sldMk cId="0" sldId="263"/>
            <ac:spMk id="14" creationId="{00000000-0000-0000-0000-000000000000}"/>
          </ac:spMkLst>
        </pc:spChg>
      </pc:sldChg>
      <pc:sldChg chg="delSp modSp">
        <pc:chgData name="Mansi Kajal-Assistant Professor SOET" userId="S::mansi.kajal@krmangalam.edu.in::3c99de1c-7603-4b32-be41-7faffefca8f3" providerId="AD" clId="Web-{08860D17-D4B2-51AF-A862-F7BB10309D3A}" dt="2026-08-01T18:44:14.734" v="33"/>
        <pc:sldMkLst>
          <pc:docMk/>
          <pc:sldMk cId="0" sldId="264"/>
        </pc:sldMkLst>
        <pc:spChg chg="del">
          <ac:chgData name="Mansi Kajal-Assistant Professor SOET" userId="S::mansi.kajal@krmangalam.edu.in::3c99de1c-7603-4b32-be41-7faffefca8f3" providerId="AD" clId="Web-{08860D17-D4B2-51AF-A862-F7BB10309D3A}" dt="2026-08-01T18:43:59.109" v="32"/>
          <ac:spMkLst>
            <pc:docMk/>
            <pc:sldMk cId="0" sldId="264"/>
            <ac:spMk id="20" creationId="{00000000-0000-0000-0000-000000000000}"/>
          </ac:spMkLst>
        </pc:spChg>
        <pc:spChg chg="del">
          <ac:chgData name="Mansi Kajal-Assistant Professor SOET" userId="S::mansi.kajal@krmangalam.edu.in::3c99de1c-7603-4b32-be41-7faffefca8f3" providerId="AD" clId="Web-{08860D17-D4B2-51AF-A862-F7BB10309D3A}" dt="2026-08-01T18:44:14.734" v="33"/>
          <ac:spMkLst>
            <pc:docMk/>
            <pc:sldMk cId="0" sldId="264"/>
            <ac:spMk id="21" creationId="{00000000-0000-0000-0000-000000000000}"/>
          </ac:spMkLst>
        </pc:spChg>
        <pc:graphicFrameChg chg="mod modGraphic">
          <ac:chgData name="Mansi Kajal-Assistant Professor SOET" userId="S::mansi.kajal@krmangalam.edu.in::3c99de1c-7603-4b32-be41-7faffefca8f3" providerId="AD" clId="Web-{08860D17-D4B2-51AF-A862-F7BB10309D3A}" dt="2026-08-01T18:43:53.140" v="31"/>
          <ac:graphicFrameMkLst>
            <pc:docMk/>
            <pc:sldMk cId="0" sldId="264"/>
            <ac:graphicFrameMk id="10" creationId="{00000000-0000-0000-0000-000000000000}"/>
          </ac:graphicFrameMkLst>
        </pc:graphicFrameChg>
      </pc:sldChg>
      <pc:sldChg chg="delSp modSp">
        <pc:chgData name="Mansi Kajal-Assistant Professor SOET" userId="S::mansi.kajal@krmangalam.edu.in::3c99de1c-7603-4b32-be41-7faffefca8f3" providerId="AD" clId="Web-{08860D17-D4B2-51AF-A862-F7BB10309D3A}" dt="2026-08-01T18:44:34.204" v="47"/>
        <pc:sldMkLst>
          <pc:docMk/>
          <pc:sldMk cId="0" sldId="265"/>
        </pc:sldMkLst>
        <pc:spChg chg="del">
          <ac:chgData name="Mansi Kajal-Assistant Professor SOET" userId="S::mansi.kajal@krmangalam.edu.in::3c99de1c-7603-4b32-be41-7faffefca8f3" providerId="AD" clId="Web-{08860D17-D4B2-51AF-A862-F7BB10309D3A}" dt="2026-08-01T18:44:20.266" v="34"/>
          <ac:spMkLst>
            <pc:docMk/>
            <pc:sldMk cId="0" sldId="265"/>
            <ac:spMk id="14" creationId="{00000000-0000-0000-0000-000000000000}"/>
          </ac:spMkLst>
        </pc:spChg>
        <pc:graphicFrameChg chg="mod modGraphic">
          <ac:chgData name="Mansi Kajal-Assistant Professor SOET" userId="S::mansi.kajal@krmangalam.edu.in::3c99de1c-7603-4b32-be41-7faffefca8f3" providerId="AD" clId="Web-{08860D17-D4B2-51AF-A862-F7BB10309D3A}" dt="2026-08-01T18:44:34.204" v="47"/>
          <ac:graphicFrameMkLst>
            <pc:docMk/>
            <pc:sldMk cId="0" sldId="265"/>
            <ac:graphicFrameMk id="11" creationId="{00000000-0000-0000-0000-000000000000}"/>
          </ac:graphicFrameMkLst>
        </pc:graphicFrameChg>
      </pc:sldChg>
      <pc:sldChg chg="modSp">
        <pc:chgData name="Mansi Kajal-Assistant Professor SOET" userId="S::mansi.kajal@krmangalam.edu.in::3c99de1c-7603-4b32-be41-7faffefca8f3" providerId="AD" clId="Web-{08860D17-D4B2-51AF-A862-F7BB10309D3A}" dt="2026-08-01T18:44:45.829" v="57"/>
        <pc:sldMkLst>
          <pc:docMk/>
          <pc:sldMk cId="0" sldId="266"/>
        </pc:sldMkLst>
        <pc:graphicFrameChg chg="mod modGraphic">
          <ac:chgData name="Mansi Kajal-Assistant Professor SOET" userId="S::mansi.kajal@krmangalam.edu.in::3c99de1c-7603-4b32-be41-7faffefca8f3" providerId="AD" clId="Web-{08860D17-D4B2-51AF-A862-F7BB10309D3A}" dt="2026-08-01T18:44:45.829" v="57"/>
          <ac:graphicFrameMkLst>
            <pc:docMk/>
            <pc:sldMk cId="0" sldId="266"/>
            <ac:graphicFrameMk id="12" creationId="{00000000-0000-0000-0000-000000000000}"/>
          </ac:graphicFrameMkLst>
        </pc:graphicFrameChg>
      </pc:sldChg>
      <pc:sldChg chg="delSp">
        <pc:chgData name="Mansi Kajal-Assistant Professor SOET" userId="S::mansi.kajal@krmangalam.edu.in::3c99de1c-7603-4b32-be41-7faffefca8f3" providerId="AD" clId="Web-{08860D17-D4B2-51AF-A862-F7BB10309D3A}" dt="2026-08-01T18:45:01.955" v="58"/>
        <pc:sldMkLst>
          <pc:docMk/>
          <pc:sldMk cId="0" sldId="267"/>
        </pc:sldMkLst>
        <pc:spChg chg="del">
          <ac:chgData name="Mansi Kajal-Assistant Professor SOET" userId="S::mansi.kajal@krmangalam.edu.in::3c99de1c-7603-4b32-be41-7faffefca8f3" providerId="AD" clId="Web-{08860D17-D4B2-51AF-A862-F7BB10309D3A}" dt="2026-08-01T18:45:01.955" v="58"/>
          <ac:spMkLst>
            <pc:docMk/>
            <pc:sldMk cId="0" sldId="267"/>
            <ac:spMk id="19" creationId="{00000000-0000-0000-0000-000000000000}"/>
          </ac:spMkLst>
        </pc:spChg>
      </pc:sldChg>
      <pc:sldChg chg="delSp modSp">
        <pc:chgData name="Mansi Kajal-Assistant Professor SOET" userId="S::mansi.kajal@krmangalam.edu.in::3c99de1c-7603-4b32-be41-7faffefca8f3" providerId="AD" clId="Web-{08860D17-D4B2-51AF-A862-F7BB10309D3A}" dt="2026-08-01T18:45:57.363" v="87" actId="1076"/>
        <pc:sldMkLst>
          <pc:docMk/>
          <pc:sldMk cId="0" sldId="268"/>
        </pc:sldMkLst>
        <pc:spChg chg="mod">
          <ac:chgData name="Mansi Kajal-Assistant Professor SOET" userId="S::mansi.kajal@krmangalam.edu.in::3c99de1c-7603-4b32-be41-7faffefca8f3" providerId="AD" clId="Web-{08860D17-D4B2-51AF-A862-F7BB10309D3A}" dt="2026-08-01T18:45:57.253" v="80" actId="1076"/>
          <ac:spMkLst>
            <pc:docMk/>
            <pc:sldMk cId="0" sldId="268"/>
            <ac:spMk id="6" creationId="{00000000-0000-0000-0000-000000000000}"/>
          </ac:spMkLst>
        </pc:spChg>
        <pc:spChg chg="mod">
          <ac:chgData name="Mansi Kajal-Assistant Professor SOET" userId="S::mansi.kajal@krmangalam.edu.in::3c99de1c-7603-4b32-be41-7faffefca8f3" providerId="AD" clId="Web-{08860D17-D4B2-51AF-A862-F7BB10309D3A}" dt="2026-08-01T18:45:57.269" v="81" actId="1076"/>
          <ac:spMkLst>
            <pc:docMk/>
            <pc:sldMk cId="0" sldId="268"/>
            <ac:spMk id="7" creationId="{00000000-0000-0000-0000-000000000000}"/>
          </ac:spMkLst>
        </pc:spChg>
        <pc:spChg chg="mod">
          <ac:chgData name="Mansi Kajal-Assistant Professor SOET" userId="S::mansi.kajal@krmangalam.edu.in::3c99de1c-7603-4b32-be41-7faffefca8f3" providerId="AD" clId="Web-{08860D17-D4B2-51AF-A862-F7BB10309D3A}" dt="2026-08-01T18:45:57.285" v="82" actId="1076"/>
          <ac:spMkLst>
            <pc:docMk/>
            <pc:sldMk cId="0" sldId="268"/>
            <ac:spMk id="8" creationId="{00000000-0000-0000-0000-000000000000}"/>
          </ac:spMkLst>
        </pc:spChg>
        <pc:spChg chg="mod">
          <ac:chgData name="Mansi Kajal-Assistant Professor SOET" userId="S::mansi.kajal@krmangalam.edu.in::3c99de1c-7603-4b32-be41-7faffefca8f3" providerId="AD" clId="Web-{08860D17-D4B2-51AF-A862-F7BB10309D3A}" dt="2026-08-01T18:45:57.300" v="83" actId="1076"/>
          <ac:spMkLst>
            <pc:docMk/>
            <pc:sldMk cId="0" sldId="268"/>
            <ac:spMk id="9" creationId="{00000000-0000-0000-0000-000000000000}"/>
          </ac:spMkLst>
        </pc:spChg>
        <pc:spChg chg="mod">
          <ac:chgData name="Mansi Kajal-Assistant Professor SOET" userId="S::mansi.kajal@krmangalam.edu.in::3c99de1c-7603-4b32-be41-7faffefca8f3" providerId="AD" clId="Web-{08860D17-D4B2-51AF-A862-F7BB10309D3A}" dt="2026-08-01T18:45:57.316" v="84" actId="1076"/>
          <ac:spMkLst>
            <pc:docMk/>
            <pc:sldMk cId="0" sldId="268"/>
            <ac:spMk id="10" creationId="{00000000-0000-0000-0000-000000000000}"/>
          </ac:spMkLst>
        </pc:spChg>
        <pc:spChg chg="mod">
          <ac:chgData name="Mansi Kajal-Assistant Professor SOET" userId="S::mansi.kajal@krmangalam.edu.in::3c99de1c-7603-4b32-be41-7faffefca8f3" providerId="AD" clId="Web-{08860D17-D4B2-51AF-A862-F7BB10309D3A}" dt="2026-08-01T18:45:57.332" v="85" actId="1076"/>
          <ac:spMkLst>
            <pc:docMk/>
            <pc:sldMk cId="0" sldId="268"/>
            <ac:spMk id="11" creationId="{00000000-0000-0000-0000-000000000000}"/>
          </ac:spMkLst>
        </pc:spChg>
        <pc:spChg chg="mod">
          <ac:chgData name="Mansi Kajal-Assistant Professor SOET" userId="S::mansi.kajal@krmangalam.edu.in::3c99de1c-7603-4b32-be41-7faffefca8f3" providerId="AD" clId="Web-{08860D17-D4B2-51AF-A862-F7BB10309D3A}" dt="2026-08-01T18:45:57.347" v="86" actId="1076"/>
          <ac:spMkLst>
            <pc:docMk/>
            <pc:sldMk cId="0" sldId="268"/>
            <ac:spMk id="12" creationId="{00000000-0000-0000-0000-000000000000}"/>
          </ac:spMkLst>
        </pc:spChg>
        <pc:spChg chg="mod">
          <ac:chgData name="Mansi Kajal-Assistant Professor SOET" userId="S::mansi.kajal@krmangalam.edu.in::3c99de1c-7603-4b32-be41-7faffefca8f3" providerId="AD" clId="Web-{08860D17-D4B2-51AF-A862-F7BB10309D3A}" dt="2026-08-01T18:45:57.363" v="87" actId="1076"/>
          <ac:spMkLst>
            <pc:docMk/>
            <pc:sldMk cId="0" sldId="268"/>
            <ac:spMk id="13" creationId="{00000000-0000-0000-0000-000000000000}"/>
          </ac:spMkLst>
        </pc:spChg>
        <pc:spChg chg="mod">
          <ac:chgData name="Mansi Kajal-Assistant Professor SOET" userId="S::mansi.kajal@krmangalam.edu.in::3c99de1c-7603-4b32-be41-7faffefca8f3" providerId="AD" clId="Web-{08860D17-D4B2-51AF-A862-F7BB10309D3A}" dt="2026-08-01T18:45:49.425" v="75" actId="1076"/>
          <ac:spMkLst>
            <pc:docMk/>
            <pc:sldMk cId="0" sldId="268"/>
            <ac:spMk id="14" creationId="{00000000-0000-0000-0000-000000000000}"/>
          </ac:spMkLst>
        </pc:spChg>
        <pc:spChg chg="mod">
          <ac:chgData name="Mansi Kajal-Assistant Professor SOET" userId="S::mansi.kajal@krmangalam.edu.in::3c99de1c-7603-4b32-be41-7faffefca8f3" providerId="AD" clId="Web-{08860D17-D4B2-51AF-A862-F7BB10309D3A}" dt="2026-08-01T18:45:49.472" v="77" actId="1076"/>
          <ac:spMkLst>
            <pc:docMk/>
            <pc:sldMk cId="0" sldId="268"/>
            <ac:spMk id="16" creationId="{00000000-0000-0000-0000-000000000000}"/>
          </ac:spMkLst>
        </pc:spChg>
        <pc:spChg chg="mod">
          <ac:chgData name="Mansi Kajal-Assistant Professor SOET" userId="S::mansi.kajal@krmangalam.edu.in::3c99de1c-7603-4b32-be41-7faffefca8f3" providerId="AD" clId="Web-{08860D17-D4B2-51AF-A862-F7BB10309D3A}" dt="2026-08-01T18:45:49.503" v="78" actId="1076"/>
          <ac:spMkLst>
            <pc:docMk/>
            <pc:sldMk cId="0" sldId="268"/>
            <ac:spMk id="17" creationId="{00000000-0000-0000-0000-000000000000}"/>
          </ac:spMkLst>
        </pc:spChg>
        <pc:spChg chg="mod">
          <ac:chgData name="Mansi Kajal-Assistant Professor SOET" userId="S::mansi.kajal@krmangalam.edu.in::3c99de1c-7603-4b32-be41-7faffefca8f3" providerId="AD" clId="Web-{08860D17-D4B2-51AF-A862-F7BB10309D3A}" dt="2026-08-01T18:45:49.519" v="79" actId="1076"/>
          <ac:spMkLst>
            <pc:docMk/>
            <pc:sldMk cId="0" sldId="268"/>
            <ac:spMk id="18" creationId="{00000000-0000-0000-0000-000000000000}"/>
          </ac:spMkLst>
        </pc:spChg>
        <pc:spChg chg="del">
          <ac:chgData name="Mansi Kajal-Assistant Professor SOET" userId="S::mansi.kajal@krmangalam.edu.in::3c99de1c-7603-4b32-be41-7faffefca8f3" providerId="AD" clId="Web-{08860D17-D4B2-51AF-A862-F7BB10309D3A}" dt="2026-08-01T18:45:09.814" v="59"/>
          <ac:spMkLst>
            <pc:docMk/>
            <pc:sldMk cId="0" sldId="268"/>
            <ac:spMk id="19" creationId="{00000000-0000-0000-0000-000000000000}"/>
          </ac:spMkLst>
        </pc:spChg>
        <pc:spChg chg="mod">
          <ac:chgData name="Mansi Kajal-Assistant Professor SOET" userId="S::mansi.kajal@krmangalam.edu.in::3c99de1c-7603-4b32-be41-7faffefca8f3" providerId="AD" clId="Web-{08860D17-D4B2-51AF-A862-F7BB10309D3A}" dt="2026-08-01T18:45:36.472" v="74" actId="20577"/>
          <ac:spMkLst>
            <pc:docMk/>
            <pc:sldMk cId="0" sldId="268"/>
            <ac:spMk id="22" creationId="{00000000-0000-0000-0000-000000000000}"/>
          </ac:spMkLst>
        </pc:spChg>
        <pc:graphicFrameChg chg="mod modGraphic">
          <ac:chgData name="Mansi Kajal-Assistant Professor SOET" userId="S::mansi.kajal@krmangalam.edu.in::3c99de1c-7603-4b32-be41-7faffefca8f3" providerId="AD" clId="Web-{08860D17-D4B2-51AF-A862-F7BB10309D3A}" dt="2026-08-01T18:45:49.456" v="76" actId="1076"/>
          <ac:graphicFrameMkLst>
            <pc:docMk/>
            <pc:sldMk cId="0" sldId="268"/>
            <ac:graphicFrameMk id="15" creationId="{00000000-0000-0000-0000-000000000000}"/>
          </ac:graphicFrameMkLst>
        </pc:graphicFrameChg>
      </pc:sldChg>
      <pc:sldChg chg="delSp modSp">
        <pc:chgData name="Mansi Kajal-Assistant Professor SOET" userId="S::mansi.kajal@krmangalam.edu.in::3c99de1c-7603-4b32-be41-7faffefca8f3" providerId="AD" clId="Web-{08860D17-D4B2-51AF-A862-F7BB10309D3A}" dt="2026-08-01T18:46:19.317" v="90"/>
        <pc:sldMkLst>
          <pc:docMk/>
          <pc:sldMk cId="0" sldId="269"/>
        </pc:sldMkLst>
        <pc:spChg chg="del mod">
          <ac:chgData name="Mansi Kajal-Assistant Professor SOET" userId="S::mansi.kajal@krmangalam.edu.in::3c99de1c-7603-4b32-be41-7faffefca8f3" providerId="AD" clId="Web-{08860D17-D4B2-51AF-A862-F7BB10309D3A}" dt="2026-08-01T18:46:19.317" v="90"/>
          <ac:spMkLst>
            <pc:docMk/>
            <pc:sldMk cId="0" sldId="269"/>
            <ac:spMk id="23" creationId="{00000000-0000-0000-0000-000000000000}"/>
          </ac:spMkLst>
        </pc:spChg>
      </pc:sldChg>
      <pc:sldChg chg="delSp">
        <pc:chgData name="Mansi Kajal-Assistant Professor SOET" userId="S::mansi.kajal@krmangalam.edu.in::3c99de1c-7603-4b32-be41-7faffefca8f3" providerId="AD" clId="Web-{08860D17-D4B2-51AF-A862-F7BB10309D3A}" dt="2026-08-01T18:46:26.880" v="91"/>
        <pc:sldMkLst>
          <pc:docMk/>
          <pc:sldMk cId="0" sldId="270"/>
        </pc:sldMkLst>
        <pc:spChg chg="del">
          <ac:chgData name="Mansi Kajal-Assistant Professor SOET" userId="S::mansi.kajal@krmangalam.edu.in::3c99de1c-7603-4b32-be41-7faffefca8f3" providerId="AD" clId="Web-{08860D17-D4B2-51AF-A862-F7BB10309D3A}" dt="2026-08-01T18:46:26.880" v="91"/>
          <ac:spMkLst>
            <pc:docMk/>
            <pc:sldMk cId="0" sldId="270"/>
            <ac:spMk id="14" creationId="{00000000-0000-0000-0000-000000000000}"/>
          </ac:spMkLst>
        </pc:spChg>
      </pc:sldChg>
      <pc:sldChg chg="delSp modSp">
        <pc:chgData name="Mansi Kajal-Assistant Professor SOET" userId="S::mansi.kajal@krmangalam.edu.in::3c99de1c-7603-4b32-be41-7faffefca8f3" providerId="AD" clId="Web-{08860D17-D4B2-51AF-A862-F7BB10309D3A}" dt="2026-08-01T18:46:48.349" v="112"/>
        <pc:sldMkLst>
          <pc:docMk/>
          <pc:sldMk cId="0" sldId="271"/>
        </pc:sldMkLst>
        <pc:spChg chg="del">
          <ac:chgData name="Mansi Kajal-Assistant Professor SOET" userId="S::mansi.kajal@krmangalam.edu.in::3c99de1c-7603-4b32-be41-7faffefca8f3" providerId="AD" clId="Web-{08860D17-D4B2-51AF-A862-F7BB10309D3A}" dt="2026-08-01T18:46:35.458" v="92"/>
          <ac:spMkLst>
            <pc:docMk/>
            <pc:sldMk cId="0" sldId="271"/>
            <ac:spMk id="11" creationId="{00000000-0000-0000-0000-000000000000}"/>
          </ac:spMkLst>
        </pc:spChg>
        <pc:graphicFrameChg chg="mod modGraphic">
          <ac:chgData name="Mansi Kajal-Assistant Professor SOET" userId="S::mansi.kajal@krmangalam.edu.in::3c99de1c-7603-4b32-be41-7faffefca8f3" providerId="AD" clId="Web-{08860D17-D4B2-51AF-A862-F7BB10309D3A}" dt="2026-08-01T18:46:41.239" v="105"/>
          <ac:graphicFrameMkLst>
            <pc:docMk/>
            <pc:sldMk cId="0" sldId="271"/>
            <ac:graphicFrameMk id="17" creationId="{00000000-0000-0000-0000-000000000000}"/>
          </ac:graphicFrameMkLst>
        </pc:graphicFrameChg>
        <pc:graphicFrameChg chg="mod modGraphic">
          <ac:chgData name="Mansi Kajal-Assistant Professor SOET" userId="S::mansi.kajal@krmangalam.edu.in::3c99de1c-7603-4b32-be41-7faffefca8f3" providerId="AD" clId="Web-{08860D17-D4B2-51AF-A862-F7BB10309D3A}" dt="2026-08-01T18:46:48.349" v="112"/>
          <ac:graphicFrameMkLst>
            <pc:docMk/>
            <pc:sldMk cId="0" sldId="271"/>
            <ac:graphicFrameMk id="33" creationId="{00000000-0000-0000-0000-000000000000}"/>
          </ac:graphicFrameMkLst>
        </pc:graphicFrameChg>
      </pc:sldChg>
      <pc:sldChg chg="modSp">
        <pc:chgData name="Mansi Kajal-Assistant Professor SOET" userId="S::mansi.kajal@krmangalam.edu.in::3c99de1c-7603-4b32-be41-7faffefca8f3" providerId="AD" clId="Web-{08860D17-D4B2-51AF-A862-F7BB10309D3A}" dt="2026-08-01T18:47:00.974" v="131"/>
        <pc:sldMkLst>
          <pc:docMk/>
          <pc:sldMk cId="0" sldId="272"/>
        </pc:sldMkLst>
        <pc:graphicFrameChg chg="mod modGraphic">
          <ac:chgData name="Mansi Kajal-Assistant Professor SOET" userId="S::mansi.kajal@krmangalam.edu.in::3c99de1c-7603-4b32-be41-7faffefca8f3" providerId="AD" clId="Web-{08860D17-D4B2-51AF-A862-F7BB10309D3A}" dt="2026-08-01T18:47:00.974" v="131"/>
          <ac:graphicFrameMkLst>
            <pc:docMk/>
            <pc:sldMk cId="0" sldId="272"/>
            <ac:graphicFrameMk id="18" creationId="{00000000-0000-0000-0000-000000000000}"/>
          </ac:graphicFrameMkLst>
        </pc:graphicFrameChg>
      </pc:sldChg>
      <pc:sldChg chg="delSp">
        <pc:chgData name="Mansi Kajal-Assistant Professor SOET" userId="S::mansi.kajal@krmangalam.edu.in::3c99de1c-7603-4b32-be41-7faffefca8f3" providerId="AD" clId="Web-{08860D17-D4B2-51AF-A862-F7BB10309D3A}" dt="2026-08-01T18:47:12.772" v="132"/>
        <pc:sldMkLst>
          <pc:docMk/>
          <pc:sldMk cId="0" sldId="273"/>
        </pc:sldMkLst>
        <pc:spChg chg="del">
          <ac:chgData name="Mansi Kajal-Assistant Professor SOET" userId="S::mansi.kajal@krmangalam.edu.in::3c99de1c-7603-4b32-be41-7faffefca8f3" providerId="AD" clId="Web-{08860D17-D4B2-51AF-A862-F7BB10309D3A}" dt="2026-08-01T18:47:12.772" v="132"/>
          <ac:spMkLst>
            <pc:docMk/>
            <pc:sldMk cId="0" sldId="273"/>
            <ac:spMk id="30" creationId="{00000000-0000-0000-0000-000000000000}"/>
          </ac:spMkLst>
        </pc:spChg>
      </pc:sldChg>
      <pc:sldChg chg="delSp modSp">
        <pc:chgData name="Mansi Kajal-Assistant Professor SOET" userId="S::mansi.kajal@krmangalam.edu.in::3c99de1c-7603-4b32-be41-7faffefca8f3" providerId="AD" clId="Web-{08860D17-D4B2-51AF-A862-F7BB10309D3A}" dt="2026-08-01T18:47:30.319" v="150"/>
        <pc:sldMkLst>
          <pc:docMk/>
          <pc:sldMk cId="0" sldId="274"/>
        </pc:sldMkLst>
        <pc:spChg chg="del">
          <ac:chgData name="Mansi Kajal-Assistant Professor SOET" userId="S::mansi.kajal@krmangalam.edu.in::3c99de1c-7603-4b32-be41-7faffefca8f3" providerId="AD" clId="Web-{08860D17-D4B2-51AF-A862-F7BB10309D3A}" dt="2026-08-01T18:47:30.319" v="150"/>
          <ac:spMkLst>
            <pc:docMk/>
            <pc:sldMk cId="0" sldId="274"/>
            <ac:spMk id="7" creationId="{00000000-0000-0000-0000-000000000000}"/>
          </ac:spMkLst>
        </pc:spChg>
        <pc:graphicFrameChg chg="mod modGraphic">
          <ac:chgData name="Mansi Kajal-Assistant Professor SOET" userId="S::mansi.kajal@krmangalam.edu.in::3c99de1c-7603-4b32-be41-7faffefca8f3" providerId="AD" clId="Web-{08860D17-D4B2-51AF-A862-F7BB10309D3A}" dt="2026-08-01T18:47:24.194" v="149"/>
          <ac:graphicFrameMkLst>
            <pc:docMk/>
            <pc:sldMk cId="0" sldId="274"/>
            <ac:graphicFrameMk id="20" creationId="{00000000-0000-0000-0000-000000000000}"/>
          </ac:graphicFrameMkLst>
        </pc:graphicFrameChg>
      </pc:sldChg>
      <pc:sldChg chg="delSp">
        <pc:chgData name="Mansi Kajal-Assistant Professor SOET" userId="S::mansi.kajal@krmangalam.edu.in::3c99de1c-7603-4b32-be41-7faffefca8f3" providerId="AD" clId="Web-{08860D17-D4B2-51AF-A862-F7BB10309D3A}" dt="2026-08-01T18:47:38.835" v="151"/>
        <pc:sldMkLst>
          <pc:docMk/>
          <pc:sldMk cId="0" sldId="275"/>
        </pc:sldMkLst>
        <pc:spChg chg="del">
          <ac:chgData name="Mansi Kajal-Assistant Professor SOET" userId="S::mansi.kajal@krmangalam.edu.in::3c99de1c-7603-4b32-be41-7faffefca8f3" providerId="AD" clId="Web-{08860D17-D4B2-51AF-A862-F7BB10309D3A}" dt="2026-08-01T18:47:38.835" v="151"/>
          <ac:spMkLst>
            <pc:docMk/>
            <pc:sldMk cId="0" sldId="275"/>
            <ac:spMk id="26" creationId="{00000000-0000-0000-0000-000000000000}"/>
          </ac:spMkLst>
        </pc:spChg>
      </pc:sldChg>
      <pc:sldChg chg="delSp modSp">
        <pc:chgData name="Mansi Kajal-Assistant Professor SOET" userId="S::mansi.kajal@krmangalam.edu.in::3c99de1c-7603-4b32-be41-7faffefca8f3" providerId="AD" clId="Web-{08860D17-D4B2-51AF-A862-F7BB10309D3A}" dt="2026-08-01T18:48:01.898" v="169"/>
        <pc:sldMkLst>
          <pc:docMk/>
          <pc:sldMk cId="0" sldId="276"/>
        </pc:sldMkLst>
        <pc:spChg chg="del">
          <ac:chgData name="Mansi Kajal-Assistant Professor SOET" userId="S::mansi.kajal@krmangalam.edu.in::3c99de1c-7603-4b32-be41-7faffefca8f3" providerId="AD" clId="Web-{08860D17-D4B2-51AF-A862-F7BB10309D3A}" dt="2026-08-01T18:47:54.523" v="152"/>
          <ac:spMkLst>
            <pc:docMk/>
            <pc:sldMk cId="0" sldId="276"/>
            <ac:spMk id="17" creationId="{00000000-0000-0000-0000-000000000000}"/>
          </ac:spMkLst>
        </pc:spChg>
        <pc:graphicFrameChg chg="mod modGraphic">
          <ac:chgData name="Mansi Kajal-Assistant Professor SOET" userId="S::mansi.kajal@krmangalam.edu.in::3c99de1c-7603-4b32-be41-7faffefca8f3" providerId="AD" clId="Web-{08860D17-D4B2-51AF-A862-F7BB10309D3A}" dt="2026-08-01T18:48:01.898" v="169"/>
          <ac:graphicFrameMkLst>
            <pc:docMk/>
            <pc:sldMk cId="0" sldId="276"/>
            <ac:graphicFrameMk id="22" creationId="{00000000-0000-0000-0000-000000000000}"/>
          </ac:graphicFrameMkLst>
        </pc:graphicFrameChg>
      </pc:sldChg>
      <pc:sldChg chg="delSp modSp">
        <pc:chgData name="Mansi Kajal-Assistant Professor SOET" userId="S::mansi.kajal@krmangalam.edu.in::3c99de1c-7603-4b32-be41-7faffefca8f3" providerId="AD" clId="Web-{08860D17-D4B2-51AF-A862-F7BB10309D3A}" dt="2026-08-01T18:48:57.525" v="179"/>
        <pc:sldMkLst>
          <pc:docMk/>
          <pc:sldMk cId="0" sldId="277"/>
        </pc:sldMkLst>
        <pc:spChg chg="del">
          <ac:chgData name="Mansi Kajal-Assistant Professor SOET" userId="S::mansi.kajal@krmangalam.edu.in::3c99de1c-7603-4b32-be41-7faffefca8f3" providerId="AD" clId="Web-{08860D17-D4B2-51AF-A862-F7BB10309D3A}" dt="2026-08-01T18:48:51.166" v="176"/>
          <ac:spMkLst>
            <pc:docMk/>
            <pc:sldMk cId="0" sldId="277"/>
            <ac:spMk id="6" creationId="{00000000-0000-0000-0000-000000000000}"/>
          </ac:spMkLst>
        </pc:spChg>
        <pc:spChg chg="del">
          <ac:chgData name="Mansi Kajal-Assistant Professor SOET" userId="S::mansi.kajal@krmangalam.edu.in::3c99de1c-7603-4b32-be41-7faffefca8f3" providerId="AD" clId="Web-{08860D17-D4B2-51AF-A862-F7BB10309D3A}" dt="2026-08-01T18:48:12.883" v="170"/>
          <ac:spMkLst>
            <pc:docMk/>
            <pc:sldMk cId="0" sldId="277"/>
            <ac:spMk id="10" creationId="{00000000-0000-0000-0000-000000000000}"/>
          </ac:spMkLst>
        </pc:spChg>
        <pc:spChg chg="del">
          <ac:chgData name="Mansi Kajal-Assistant Professor SOET" userId="S::mansi.kajal@krmangalam.edu.in::3c99de1c-7603-4b32-be41-7faffefca8f3" providerId="AD" clId="Web-{08860D17-D4B2-51AF-A862-F7BB10309D3A}" dt="2026-08-01T18:48:53.353" v="177"/>
          <ac:spMkLst>
            <pc:docMk/>
            <pc:sldMk cId="0" sldId="277"/>
            <ac:spMk id="11" creationId="{00000000-0000-0000-0000-000000000000}"/>
          </ac:spMkLst>
        </pc:spChg>
        <pc:spChg chg="del">
          <ac:chgData name="Mansi Kajal-Assistant Professor SOET" userId="S::mansi.kajal@krmangalam.edu.in::3c99de1c-7603-4b32-be41-7faffefca8f3" providerId="AD" clId="Web-{08860D17-D4B2-51AF-A862-F7BB10309D3A}" dt="2026-08-01T18:48:15.805" v="171"/>
          <ac:spMkLst>
            <pc:docMk/>
            <pc:sldMk cId="0" sldId="277"/>
            <ac:spMk id="15" creationId="{00000000-0000-0000-0000-000000000000}"/>
          </ac:spMkLst>
        </pc:spChg>
        <pc:spChg chg="del">
          <ac:chgData name="Mansi Kajal-Assistant Professor SOET" userId="S::mansi.kajal@krmangalam.edu.in::3c99de1c-7603-4b32-be41-7faffefca8f3" providerId="AD" clId="Web-{08860D17-D4B2-51AF-A862-F7BB10309D3A}" dt="2026-08-01T18:48:55.869" v="178"/>
          <ac:spMkLst>
            <pc:docMk/>
            <pc:sldMk cId="0" sldId="277"/>
            <ac:spMk id="16" creationId="{00000000-0000-0000-0000-000000000000}"/>
          </ac:spMkLst>
        </pc:spChg>
        <pc:spChg chg="del">
          <ac:chgData name="Mansi Kajal-Assistant Professor SOET" userId="S::mansi.kajal@krmangalam.edu.in::3c99de1c-7603-4b32-be41-7faffefca8f3" providerId="AD" clId="Web-{08860D17-D4B2-51AF-A862-F7BB10309D3A}" dt="2026-08-01T18:48:18.555" v="172"/>
          <ac:spMkLst>
            <pc:docMk/>
            <pc:sldMk cId="0" sldId="277"/>
            <ac:spMk id="20" creationId="{00000000-0000-0000-0000-000000000000}"/>
          </ac:spMkLst>
        </pc:spChg>
        <pc:spChg chg="del mod">
          <ac:chgData name="Mansi Kajal-Assistant Professor SOET" userId="S::mansi.kajal@krmangalam.edu.in::3c99de1c-7603-4b32-be41-7faffefca8f3" providerId="AD" clId="Web-{08860D17-D4B2-51AF-A862-F7BB10309D3A}" dt="2026-08-01T18:48:57.525" v="179"/>
          <ac:spMkLst>
            <pc:docMk/>
            <pc:sldMk cId="0" sldId="277"/>
            <ac:spMk id="21" creationId="{00000000-0000-0000-0000-000000000000}"/>
          </ac:spMkLst>
        </pc:spChg>
        <pc:spChg chg="del">
          <ac:chgData name="Mansi Kajal-Assistant Professor SOET" userId="S::mansi.kajal@krmangalam.edu.in::3c99de1c-7603-4b32-be41-7faffefca8f3" providerId="AD" clId="Web-{08860D17-D4B2-51AF-A862-F7BB10309D3A}" dt="2026-08-01T18:48:21.618" v="173"/>
          <ac:spMkLst>
            <pc:docMk/>
            <pc:sldMk cId="0" sldId="277"/>
            <ac:spMk id="25" creationId="{00000000-0000-0000-0000-000000000000}"/>
          </ac:spMkLst>
        </pc:spChg>
        <pc:spChg chg="del">
          <ac:chgData name="Mansi Kajal-Assistant Professor SOET" userId="S::mansi.kajal@krmangalam.edu.in::3c99de1c-7603-4b32-be41-7faffefca8f3" providerId="AD" clId="Web-{08860D17-D4B2-51AF-A862-F7BB10309D3A}" dt="2026-08-01T18:48:25.430" v="174"/>
          <ac:spMkLst>
            <pc:docMk/>
            <pc:sldMk cId="0" sldId="277"/>
            <ac:spMk id="26" creationId="{00000000-0000-0000-0000-000000000000}"/>
          </ac:spMkLst>
        </pc:spChg>
      </pc:sldChg>
      <pc:sldChg chg="delSp">
        <pc:chgData name="Mansi Kajal-Assistant Professor SOET" userId="S::mansi.kajal@krmangalam.edu.in::3c99de1c-7603-4b32-be41-7faffefca8f3" providerId="AD" clId="Web-{08860D17-D4B2-51AF-A862-F7BB10309D3A}" dt="2026-08-01T18:49:07.213" v="180"/>
        <pc:sldMkLst>
          <pc:docMk/>
          <pc:sldMk cId="0" sldId="278"/>
        </pc:sldMkLst>
        <pc:spChg chg="del">
          <ac:chgData name="Mansi Kajal-Assistant Professor SOET" userId="S::mansi.kajal@krmangalam.edu.in::3c99de1c-7603-4b32-be41-7faffefca8f3" providerId="AD" clId="Web-{08860D17-D4B2-51AF-A862-F7BB10309D3A}" dt="2026-08-01T18:49:07.213" v="180"/>
          <ac:spMkLst>
            <pc:docMk/>
            <pc:sldMk cId="0" sldId="278"/>
            <ac:spMk id="46" creationId="{00000000-0000-0000-0000-000000000000}"/>
          </ac:spMkLst>
        </pc:spChg>
      </pc:sldChg>
      <pc:sldChg chg="delSp">
        <pc:chgData name="Mansi Kajal-Assistant Professor SOET" userId="S::mansi.kajal@krmangalam.edu.in::3c99de1c-7603-4b32-be41-7faffefca8f3" providerId="AD" clId="Web-{08860D17-D4B2-51AF-A862-F7BB10309D3A}" dt="2026-08-01T18:49:11.588" v="181"/>
        <pc:sldMkLst>
          <pc:docMk/>
          <pc:sldMk cId="0" sldId="279"/>
        </pc:sldMkLst>
        <pc:spChg chg="del">
          <ac:chgData name="Mansi Kajal-Assistant Professor SOET" userId="S::mansi.kajal@krmangalam.edu.in::3c99de1c-7603-4b32-be41-7faffefca8f3" providerId="AD" clId="Web-{08860D17-D4B2-51AF-A862-F7BB10309D3A}" dt="2026-08-01T18:49:11.588" v="181"/>
          <ac:spMkLst>
            <pc:docMk/>
            <pc:sldMk cId="0" sldId="279"/>
            <ac:spMk id="26" creationId="{00000000-0000-0000-0000-000000000000}"/>
          </ac:spMkLst>
        </pc:spChg>
      </pc:sldChg>
      <pc:sldChg chg="delSp">
        <pc:chgData name="Mansi Kajal-Assistant Professor SOET" userId="S::mansi.kajal@krmangalam.edu.in::3c99de1c-7603-4b32-be41-7faffefca8f3" providerId="AD" clId="Web-{08860D17-D4B2-51AF-A862-F7BB10309D3A}" dt="2026-08-01T18:49:26.276" v="182"/>
        <pc:sldMkLst>
          <pc:docMk/>
          <pc:sldMk cId="0" sldId="280"/>
        </pc:sldMkLst>
        <pc:spChg chg="del">
          <ac:chgData name="Mansi Kajal-Assistant Professor SOET" userId="S::mansi.kajal@krmangalam.edu.in::3c99de1c-7603-4b32-be41-7faffefca8f3" providerId="AD" clId="Web-{08860D17-D4B2-51AF-A862-F7BB10309D3A}" dt="2026-08-01T18:49:26.276" v="182"/>
          <ac:spMkLst>
            <pc:docMk/>
            <pc:sldMk cId="0" sldId="280"/>
            <ac:spMk id="19" creationId="{00000000-0000-0000-0000-000000000000}"/>
          </ac:spMkLst>
        </pc:spChg>
      </pc:sldChg>
      <pc:sldChg chg="del">
        <pc:chgData name="Mansi Kajal-Assistant Professor SOET" userId="S::mansi.kajal@krmangalam.edu.in::3c99de1c-7603-4b32-be41-7faffefca8f3" providerId="AD" clId="Web-{08860D17-D4B2-51AF-A862-F7BB10309D3A}" dt="2026-08-01T18:49:52.980" v="183"/>
        <pc:sldMkLst>
          <pc:docMk/>
          <pc:sldMk cId="0" sldId="281"/>
        </pc:sldMkLst>
      </pc:sldChg>
      <pc:sldChg chg="add del">
        <pc:chgData name="Mansi Kajal-Assistant Professor SOET" userId="S::mansi.kajal@krmangalam.edu.in::3c99de1c-7603-4b32-be41-7faffefca8f3" providerId="AD" clId="Web-{08860D17-D4B2-51AF-A862-F7BB10309D3A}" dt="2026-08-01T18:51:24.436" v="186"/>
        <pc:sldMkLst>
          <pc:docMk/>
          <pc:sldMk cId="579594475" sldId="926"/>
        </pc:sldMkLst>
      </pc:sldChg>
      <pc:sldChg chg="add del">
        <pc:chgData name="Mansi Kajal-Assistant Professor SOET" userId="S::mansi.kajal@krmangalam.edu.in::3c99de1c-7603-4b32-be41-7faffefca8f3" providerId="AD" clId="Web-{08860D17-D4B2-51AF-A862-F7BB10309D3A}" dt="2026-08-01T18:51:55.641" v="188"/>
        <pc:sldMkLst>
          <pc:docMk/>
          <pc:sldMk cId="3142679185" sldId="927"/>
        </pc:sldMkLst>
      </pc:sldChg>
      <pc:sldChg chg="delSp add">
        <pc:chgData name="Mansi Kajal-Assistant Professor SOET" userId="S::mansi.kajal@krmangalam.edu.in::3c99de1c-7603-4b32-be41-7faffefca8f3" providerId="AD" clId="Web-{08860D17-D4B2-51AF-A862-F7BB10309D3A}" dt="2026-08-01T18:52:02.985" v="189"/>
        <pc:sldMkLst>
          <pc:docMk/>
          <pc:sldMk cId="3868629981" sldId="928"/>
        </pc:sldMkLst>
        <pc:spChg chg="del">
          <ac:chgData name="Mansi Kajal-Assistant Professor SOET" userId="S::mansi.kajal@krmangalam.edu.in::3c99de1c-7603-4b32-be41-7faffefca8f3" providerId="AD" clId="Web-{08860D17-D4B2-51AF-A862-F7BB10309D3A}" dt="2026-08-01T18:52:02.985" v="189"/>
          <ac:spMkLst>
            <pc:docMk/>
            <pc:sldMk cId="3868629981" sldId="928"/>
            <ac:spMk id="3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65064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56005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TB1 is the primary text for this course; EER concepts sit in Chapter 8 of Silberschatz and Chapter 4 of Elmasri &amp; Navathe. Edition numbers should be re-checked against the library catalogue each semester before the deck is issued.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258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9.png"/><Relationship Id="rId4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21.png"/><Relationship Id="rId4" Type="http://schemas.openxmlformats.org/officeDocument/2006/relationships/image" Target="../media/image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3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hyperlink" Target="https://www.pearson.com/en-us/subject-catalog/p/introduction-to-database-systems-an/P200000003398" TargetMode="Externa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pages.cs.wisc.edu/~dbbook/" TargetMode="External"/><Relationship Id="rId5" Type="http://schemas.openxmlformats.org/officeDocument/2006/relationships/hyperlink" Target="https://www.pearson.com/en-us/subject-catalog/p/fundamentals-of-database-systems/P200000003546" TargetMode="External"/><Relationship Id="rId4" Type="http://schemas.openxmlformats.org/officeDocument/2006/relationships/hyperlink" Target="https://www.db-book.com" TargetMode="Externa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4383" y="150275"/>
            <a:ext cx="6396065" cy="920873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0A7DA37A-11B2-EE8B-F6D4-23A07A6F92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9536" y="2734807"/>
            <a:ext cx="864096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>
              <a:buSzPct val="25000"/>
            </a:pPr>
            <a:r>
              <a:rPr lang="en-US" sz="2400" kern="100" dirty="0">
                <a:latin typeface="Verdana"/>
                <a:ea typeface="Times New Roman" panose="02020603050405020304" pitchFamily="18" charset="0"/>
                <a:cs typeface="Times New Roman"/>
              </a:rPr>
              <a:t>Ms. Mansi, Dr. Rishika Ms. Megha Sharma, Dr. Reenu, Dr. Swati, </a:t>
            </a:r>
            <a:r>
              <a:rPr lang="en-US" sz="2400" kern="100" dirty="0" err="1">
                <a:latin typeface="Verdana"/>
                <a:ea typeface="Times New Roman" panose="02020603050405020304" pitchFamily="18" charset="0"/>
                <a:cs typeface="Times New Roman"/>
              </a:rPr>
              <a:t>Dr.Neha</a:t>
            </a:r>
            <a:r>
              <a:rPr lang="en-US" sz="2400" kern="100" dirty="0">
                <a:latin typeface="Verdana"/>
                <a:ea typeface="Times New Roman" panose="02020603050405020304" pitchFamily="18" charset="0"/>
                <a:cs typeface="Times New Roman"/>
              </a:rPr>
              <a:t> </a:t>
            </a:r>
            <a:r>
              <a:rPr lang="en-US" sz="2400" kern="100" dirty="0" err="1">
                <a:latin typeface="Verdana"/>
                <a:ea typeface="Times New Roman" panose="02020603050405020304" pitchFamily="18" charset="0"/>
                <a:cs typeface="Times New Roman"/>
              </a:rPr>
              <a:t>kaushik</a:t>
            </a:r>
            <a:endParaRPr lang="en-IN" sz="24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5BBDD341-9065-6500-56A4-3D760AE6D8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83080" y="1663572"/>
            <a:ext cx="8496944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>
              <a:buSzPct val="25000"/>
            </a:pPr>
            <a:r>
              <a:rPr lang="en-US" sz="3200" b="1" kern="10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Database Management Systems</a:t>
            </a:r>
            <a:endParaRPr lang="en-IN" sz="3200" b="1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99D8B597-3B07-52D6-2F94-7B4B11AB32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7335" y="4293756"/>
            <a:ext cx="8496944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>
              <a:buSzPct val="25000"/>
            </a:pPr>
            <a:r>
              <a:rPr lang="en-US" kern="10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Faculty</a:t>
            </a:r>
          </a:p>
          <a:p>
            <a:pPr lvl="0" algn="ctr">
              <a:buSzPct val="25000"/>
            </a:pPr>
            <a:r>
              <a:rPr lang="en-US" kern="10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School of Engineering &amp; Technology(SOET)</a:t>
            </a:r>
          </a:p>
          <a:p>
            <a:pPr lvl="0" algn="ctr">
              <a:buSzPct val="25000"/>
            </a:pPr>
            <a:r>
              <a:rPr lang="en-US" kern="10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K. R. </a:t>
            </a:r>
            <a:r>
              <a:rPr lang="en-US" kern="100" err="1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Mangalam</a:t>
            </a:r>
            <a:r>
              <a:rPr lang="en-US" kern="10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University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pPr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85113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01768" y="1828800"/>
            <a:ext cx="2194560" cy="502920"/>
          </a:xfrm>
          <a:prstGeom prst="roundRect">
            <a:avLst>
              <a:gd name="adj" fmla="val 49091"/>
            </a:avLst>
          </a:prstGeom>
          <a:solidFill>
            <a:srgbClr val="F0A32E"/>
          </a:solidFill>
          <a:ln/>
        </p:spPr>
      </p:sp>
      <p:sp>
        <p:nvSpPr>
          <p:cNvPr id="3" name="Text 1"/>
          <p:cNvSpPr/>
          <p:nvPr/>
        </p:nvSpPr>
        <p:spPr>
          <a:xfrm>
            <a:off x="5001768" y="18288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2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7</a:t>
            </a:r>
            <a:endParaRPr lang="en-US" sz="2400" dirty="0">
              <a:solidFill>
                <a:schemeClr val="accent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1280160" y="2560320"/>
            <a:ext cx="96286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Model: Keys</a:t>
            </a:r>
            <a:endParaRPr lang="en-US" sz="2400" dirty="0">
              <a:solidFill>
                <a:schemeClr val="accent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1280160" y="3520440"/>
            <a:ext cx="9628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Key  •  Candidate Key  •  Primary Key  •  Alternate Key  •  Foreign Key</a:t>
            </a:r>
            <a:endParaRPr lang="en-US" sz="2400" dirty="0">
              <a:solidFill>
                <a:schemeClr val="accent1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1280160" y="4160520"/>
            <a:ext cx="9628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i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one ID uniquely finds you among a billion rows at WhatsApp, Amazon &amp; Aadhaar</a:t>
            </a:r>
            <a:endParaRPr lang="en-US" sz="2400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1_unpacked/ppt/media/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256032"/>
            <a:ext cx="2240280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56032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Session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Model | Database Management Systems | K.R. Mangalam University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1475720" y="6419088"/>
            <a:ext cx="411480" cy="329184"/>
          </a:xfrm>
          <a:prstGeom prst="roundRect">
            <a:avLst>
              <a:gd name="adj" fmla="val 22222"/>
            </a:avLst>
          </a:prstGeom>
          <a:solidFill>
            <a:srgbClr val="1F4E7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02920" y="1371600"/>
            <a:ext cx="548640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77240" y="1664208"/>
            <a:ext cx="685800" cy="685800"/>
          </a:xfrm>
          <a:prstGeom prst="ellipse">
            <a:avLst/>
          </a:prstGeom>
          <a:solidFill>
            <a:srgbClr val="2E75B6"/>
          </a:solidFill>
          <a:ln/>
        </p:spPr>
      </p:sp>
      <p:pic>
        <p:nvPicPr>
          <p:cNvPr id="8" name="Image 1" descr="icons/bul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548" y="1842516"/>
            <a:ext cx="329184" cy="32918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91640" y="175564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</a:t>
            </a: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822960" y="2423160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Relation, attribute, tuple — and what makes a set of columns a “key”</a:t>
            </a:r>
            <a:endParaRPr lang="en-US" dirty="0"/>
          </a:p>
        </p:txBody>
      </p:sp>
      <p:sp>
        <p:nvSpPr>
          <p:cNvPr id="11" name="Shape 7"/>
          <p:cNvSpPr/>
          <p:nvPr/>
        </p:nvSpPr>
        <p:spPr>
          <a:xfrm>
            <a:off x="6172200" y="1371600"/>
            <a:ext cx="548640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446520" y="1664208"/>
            <a:ext cx="685800" cy="685800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13" name="Image 2" descr="icons/clipboar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4828" y="1842516"/>
            <a:ext cx="329184" cy="32918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360920" y="175564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key types</a:t>
            </a:r>
            <a:endParaRPr lang="en-US" dirty="0"/>
          </a:p>
        </p:txBody>
      </p:sp>
      <p:sp>
        <p:nvSpPr>
          <p:cNvPr id="15" name="Text 10"/>
          <p:cNvSpPr/>
          <p:nvPr/>
        </p:nvSpPr>
        <p:spPr>
          <a:xfrm>
            <a:off x="6492240" y="2423160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Super, Candidate, Primary, Alternate &amp; Foreign — one clear sentence each</a:t>
            </a:r>
            <a:endParaRPr lang="en-US" dirty="0"/>
          </a:p>
        </p:txBody>
      </p:sp>
      <p:sp>
        <p:nvSpPr>
          <p:cNvPr id="16" name="Shape 11"/>
          <p:cNvSpPr/>
          <p:nvPr/>
        </p:nvSpPr>
        <p:spPr>
          <a:xfrm>
            <a:off x="502920" y="3749040"/>
            <a:ext cx="548640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777240" y="4041648"/>
            <a:ext cx="685800" cy="685800"/>
          </a:xfrm>
          <a:prstGeom prst="ellipse">
            <a:avLst/>
          </a:prstGeom>
          <a:solidFill>
            <a:srgbClr val="F0A32E"/>
          </a:solidFill>
          <a:ln/>
        </p:spPr>
      </p:sp>
      <p:pic>
        <p:nvPicPr>
          <p:cNvPr id="18" name="Image 3" descr="icons/buildin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5548" y="4219956"/>
            <a:ext cx="329184" cy="32918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691640" y="413308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applications</a:t>
            </a:r>
            <a:endParaRPr lang="en-US" dirty="0"/>
          </a:p>
        </p:txBody>
      </p:sp>
      <p:sp>
        <p:nvSpPr>
          <p:cNvPr id="20" name="Text 14"/>
          <p:cNvSpPr/>
          <p:nvPr/>
        </p:nvSpPr>
        <p:spPr>
          <a:xfrm>
            <a:off x="822960" y="4800600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exact keys behind UPI transfers, Amazon orders &amp; hospital records</a:t>
            </a:r>
            <a:endParaRPr lang="en-US" dirty="0"/>
          </a:p>
        </p:txBody>
      </p:sp>
      <p:sp>
        <p:nvSpPr>
          <p:cNvPr id="21" name="Shape 15"/>
          <p:cNvSpPr/>
          <p:nvPr/>
        </p:nvSpPr>
        <p:spPr>
          <a:xfrm>
            <a:off x="6172200" y="3749040"/>
            <a:ext cx="548640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446520" y="4041648"/>
            <a:ext cx="685800" cy="685800"/>
          </a:xfrm>
          <a:prstGeom prst="ellipse">
            <a:avLst/>
          </a:prstGeom>
          <a:solidFill>
            <a:srgbClr val="B23A48"/>
          </a:solidFill>
          <a:ln/>
        </p:spPr>
      </p:sp>
      <p:pic>
        <p:nvPicPr>
          <p:cNvPr id="23" name="Image 4" descr="icons/penci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4828" y="4219956"/>
            <a:ext cx="329184" cy="32918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360920" y="413308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dirty="0"/>
          </a:p>
        </p:txBody>
      </p:sp>
      <p:sp>
        <p:nvSpPr>
          <p:cNvPr id="25" name="Text 18"/>
          <p:cNvSpPr/>
          <p:nvPr/>
        </p:nvSpPr>
        <p:spPr>
          <a:xfrm>
            <a:off x="6492240" y="4800600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key-hunting on STUDENT, BOOK &amp; ENROLLMENT tables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1_unpacked/ppt/media/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256032"/>
            <a:ext cx="2240280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56032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Outlook — Our Roadmap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Model | Database Management Systems | K.R. Mangalam University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1475720" y="6419088"/>
            <a:ext cx="411480" cy="329184"/>
          </a:xfrm>
          <a:prstGeom prst="roundRect">
            <a:avLst>
              <a:gd name="adj" fmla="val 22222"/>
            </a:avLst>
          </a:prstGeom>
          <a:solidFill>
            <a:srgbClr val="1F4E7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02920" y="1371600"/>
            <a:ext cx="3374136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77240" y="1627632"/>
            <a:ext cx="566928" cy="566928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16276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777240" y="230428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review</a:t>
            </a:r>
            <a:endParaRPr lang="en-US" dirty="0"/>
          </a:p>
        </p:txBody>
      </p:sp>
      <p:sp>
        <p:nvSpPr>
          <p:cNvPr id="11" name="Shape 8"/>
          <p:cNvSpPr/>
          <p:nvPr/>
        </p:nvSpPr>
        <p:spPr>
          <a:xfrm>
            <a:off x="4407408" y="1371600"/>
            <a:ext cx="3374136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81728" y="1627632"/>
            <a:ext cx="566928" cy="566928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13" name="Text 10"/>
          <p:cNvSpPr/>
          <p:nvPr/>
        </p:nvSpPr>
        <p:spPr>
          <a:xfrm>
            <a:off x="4681728" y="16276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4681728" y="230428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keys?</a:t>
            </a:r>
            <a:endParaRPr lang="en-US" dirty="0"/>
          </a:p>
        </p:txBody>
      </p:sp>
      <p:sp>
        <p:nvSpPr>
          <p:cNvPr id="16" name="Shape 13"/>
          <p:cNvSpPr/>
          <p:nvPr/>
        </p:nvSpPr>
        <p:spPr>
          <a:xfrm>
            <a:off x="8311896" y="1371600"/>
            <a:ext cx="3374136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8586216" y="1627632"/>
            <a:ext cx="566928" cy="566928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18" name="Text 15"/>
          <p:cNvSpPr/>
          <p:nvPr/>
        </p:nvSpPr>
        <p:spPr>
          <a:xfrm>
            <a:off x="8586216" y="16276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8586216" y="230428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key type</a:t>
            </a:r>
            <a:endParaRPr lang="en-US" dirty="0"/>
          </a:p>
        </p:txBody>
      </p:sp>
      <p:sp>
        <p:nvSpPr>
          <p:cNvPr id="21" name="Shape 18"/>
          <p:cNvSpPr/>
          <p:nvPr/>
        </p:nvSpPr>
        <p:spPr>
          <a:xfrm>
            <a:off x="502920" y="3840480"/>
            <a:ext cx="3374136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777240" y="4096512"/>
            <a:ext cx="566928" cy="566928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23" name="Text 20"/>
          <p:cNvSpPr/>
          <p:nvPr/>
        </p:nvSpPr>
        <p:spPr>
          <a:xfrm>
            <a:off x="777240" y="40965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777240" y="477316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</a:t>
            </a:r>
            <a:endParaRPr lang="en-US" dirty="0"/>
          </a:p>
        </p:txBody>
      </p:sp>
      <p:sp>
        <p:nvSpPr>
          <p:cNvPr id="26" name="Shape 23"/>
          <p:cNvSpPr/>
          <p:nvPr/>
        </p:nvSpPr>
        <p:spPr>
          <a:xfrm>
            <a:off x="4407408" y="3840480"/>
            <a:ext cx="3374136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4681728" y="4096512"/>
            <a:ext cx="566928" cy="566928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28" name="Text 25"/>
          <p:cNvSpPr/>
          <p:nvPr/>
        </p:nvSpPr>
        <p:spPr>
          <a:xfrm>
            <a:off x="4681728" y="40965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4681728" y="477316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practice</a:t>
            </a:r>
            <a:endParaRPr lang="en-US" dirty="0"/>
          </a:p>
        </p:txBody>
      </p:sp>
      <p:sp>
        <p:nvSpPr>
          <p:cNvPr id="31" name="Shape 28"/>
          <p:cNvSpPr/>
          <p:nvPr/>
        </p:nvSpPr>
        <p:spPr>
          <a:xfrm>
            <a:off x="8311896" y="3840480"/>
            <a:ext cx="3374136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8586216" y="4096512"/>
            <a:ext cx="566928" cy="566928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33" name="Text 30"/>
          <p:cNvSpPr/>
          <p:nvPr/>
        </p:nvSpPr>
        <p:spPr>
          <a:xfrm>
            <a:off x="8586216" y="40965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dirty="0"/>
          </a:p>
        </p:txBody>
      </p:sp>
      <p:sp>
        <p:nvSpPr>
          <p:cNvPr id="34" name="Text 31"/>
          <p:cNvSpPr/>
          <p:nvPr/>
        </p:nvSpPr>
        <p:spPr>
          <a:xfrm>
            <a:off x="8586216" y="477316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&amp; exit quiz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1_unpacked/ppt/media/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256032"/>
            <a:ext cx="2240280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56032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Outcomes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Model | Database Management Systems | K.R. Mangalam University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1475720" y="6419088"/>
            <a:ext cx="411480" cy="329184"/>
          </a:xfrm>
          <a:prstGeom prst="roundRect">
            <a:avLst>
              <a:gd name="adj" fmla="val 22222"/>
            </a:avLst>
          </a:prstGeom>
          <a:solidFill>
            <a:srgbClr val="1F4E7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02920" y="1325880"/>
            <a:ext cx="11183112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49808" y="1453896"/>
            <a:ext cx="566928" cy="566928"/>
          </a:xfrm>
          <a:prstGeom prst="ellipse">
            <a:avLst/>
          </a:prstGeom>
          <a:solidFill>
            <a:srgbClr val="2E75B6"/>
          </a:solidFill>
          <a:ln/>
        </p:spPr>
      </p:sp>
      <p:pic>
        <p:nvPicPr>
          <p:cNvPr id="8" name="Image 1" descr="icons/bul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209" y="1601297"/>
            <a:ext cx="272125" cy="27212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00200" y="1380744"/>
            <a:ext cx="9875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each key type in one clear sentence</a:t>
            </a:r>
            <a:endParaRPr lang="en-US" dirty="0"/>
          </a:p>
        </p:txBody>
      </p:sp>
      <p:sp>
        <p:nvSpPr>
          <p:cNvPr id="10" name="Shape 6"/>
          <p:cNvSpPr/>
          <p:nvPr/>
        </p:nvSpPr>
        <p:spPr>
          <a:xfrm>
            <a:off x="502920" y="2267712"/>
            <a:ext cx="11183112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749808" y="2395728"/>
            <a:ext cx="566928" cy="566928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12" name="Image 2" descr="icons/searc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209" y="2543129"/>
            <a:ext cx="272125" cy="27212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600200" y="2322576"/>
            <a:ext cx="9875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valid keys from a schema and sample data</a:t>
            </a:r>
            <a:endParaRPr lang="en-US" dirty="0"/>
          </a:p>
        </p:txBody>
      </p:sp>
      <p:sp>
        <p:nvSpPr>
          <p:cNvPr id="14" name="Shape 9"/>
          <p:cNvSpPr/>
          <p:nvPr/>
        </p:nvSpPr>
        <p:spPr>
          <a:xfrm>
            <a:off x="502920" y="3209544"/>
            <a:ext cx="11183112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749808" y="3337560"/>
            <a:ext cx="566928" cy="566928"/>
          </a:xfrm>
          <a:prstGeom prst="ellipse">
            <a:avLst/>
          </a:prstGeom>
          <a:solidFill>
            <a:srgbClr val="F0A32E"/>
          </a:solidFill>
          <a:ln/>
        </p:spPr>
      </p:sp>
      <p:pic>
        <p:nvPicPr>
          <p:cNvPr id="16" name="Image 3" descr="icons/ke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7209" y="3484961"/>
            <a:ext cx="272125" cy="27212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600200" y="3264408"/>
            <a:ext cx="9875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an appropriate primary key for a table — the way DBAs do</a:t>
            </a:r>
            <a:endParaRPr lang="en-US" dirty="0"/>
          </a:p>
        </p:txBody>
      </p:sp>
      <p:sp>
        <p:nvSpPr>
          <p:cNvPr id="18" name="Shape 12"/>
          <p:cNvSpPr/>
          <p:nvPr/>
        </p:nvSpPr>
        <p:spPr>
          <a:xfrm>
            <a:off x="502920" y="4151376"/>
            <a:ext cx="11183112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749808" y="4279392"/>
            <a:ext cx="566928" cy="566928"/>
          </a:xfrm>
          <a:prstGeom prst="ellipse">
            <a:avLst/>
          </a:prstGeom>
          <a:solidFill>
            <a:srgbClr val="B23A48"/>
          </a:solidFill>
          <a:ln/>
        </p:spPr>
      </p:sp>
      <p:pic>
        <p:nvPicPr>
          <p:cNvPr id="20" name="Image 4" descr="icons/lin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7209" y="4426793"/>
            <a:ext cx="272125" cy="272125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600200" y="4206240"/>
            <a:ext cx="9875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how foreign keys maintain referential integrity</a:t>
            </a:r>
            <a:endParaRPr lang="en-US" dirty="0"/>
          </a:p>
        </p:txBody>
      </p:sp>
      <p:sp>
        <p:nvSpPr>
          <p:cNvPr id="22" name="Shape 15"/>
          <p:cNvSpPr/>
          <p:nvPr/>
        </p:nvSpPr>
        <p:spPr>
          <a:xfrm>
            <a:off x="502920" y="5093208"/>
            <a:ext cx="11183112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749808" y="5221224"/>
            <a:ext cx="566928" cy="566928"/>
          </a:xfrm>
          <a:prstGeom prst="ellipse">
            <a:avLst/>
          </a:prstGeom>
          <a:solidFill>
            <a:srgbClr val="1F4E79"/>
          </a:solidFill>
          <a:ln/>
        </p:spPr>
      </p:sp>
      <p:pic>
        <p:nvPicPr>
          <p:cNvPr id="24" name="Image 5" descr="icons/pencil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209" y="5368625"/>
            <a:ext cx="272125" cy="272125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600200" y="5148072"/>
            <a:ext cx="9875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short problems involving key selection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1_unpacked/ppt/media/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256032"/>
            <a:ext cx="2240280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56032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Review: Relation, Attribute, Tuple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Model | Database Management Systems | K.R. Mangalam University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1475720" y="6419088"/>
            <a:ext cx="411480" cy="329184"/>
          </a:xfrm>
          <a:prstGeom prst="roundRect">
            <a:avLst>
              <a:gd name="adj" fmla="val 22222"/>
            </a:avLst>
          </a:prstGeom>
          <a:solidFill>
            <a:srgbClr val="1F4E7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965960"/>
          <a:ext cx="5486400" cy="1536192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RollNo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Asha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asha@uni.edu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Rahul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rahul@uni.edu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Meera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meera@uni.edu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relation</a:t>
            </a: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6675120" y="20116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 = columns</a:t>
            </a: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6675120" y="26974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tuples = rows</a:t>
            </a:r>
            <a:endParaRPr lang="en-US" dirty="0"/>
          </a:p>
        </p:txBody>
      </p:sp>
      <p:sp>
        <p:nvSpPr>
          <p:cNvPr id="10" name="Shape 6"/>
          <p:cNvSpPr/>
          <p:nvPr/>
        </p:nvSpPr>
        <p:spPr>
          <a:xfrm>
            <a:off x="6329082" y="2167128"/>
            <a:ext cx="300318" cy="0"/>
          </a:xfrm>
          <a:prstGeom prst="line">
            <a:avLst/>
          </a:prstGeom>
          <a:noFill/>
          <a:ln w="19050">
            <a:solidFill>
              <a:srgbClr val="2E75B6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329082" y="2852928"/>
            <a:ext cx="300318" cy="0"/>
          </a:xfrm>
          <a:prstGeom prst="line">
            <a:avLst/>
          </a:prstGeom>
          <a:noFill/>
          <a:ln w="19050">
            <a:solidFill>
              <a:srgbClr val="2E7D5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502920" y="3977640"/>
            <a:ext cx="11183112" cy="603504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749808" y="4151376"/>
            <a:ext cx="146304" cy="256032"/>
          </a:xfrm>
          <a:prstGeom prst="roundRect">
            <a:avLst>
              <a:gd name="adj" fmla="val 25000"/>
            </a:avLst>
          </a:prstGeom>
          <a:solidFill>
            <a:srgbClr val="2E75B6"/>
          </a:solidFill>
          <a:ln/>
        </p:spPr>
      </p:sp>
      <p:sp>
        <p:nvSpPr>
          <p:cNvPr id="14" name="Text 10"/>
          <p:cNvSpPr/>
          <p:nvPr/>
        </p:nvSpPr>
        <p:spPr>
          <a:xfrm>
            <a:off x="1051560" y="3977640"/>
            <a:ext cx="10424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relation is a table — like the users table inside Instagram’s database</a:t>
            </a:r>
            <a:endParaRPr lang="en-US" dirty="0"/>
          </a:p>
        </p:txBody>
      </p:sp>
      <p:sp>
        <p:nvSpPr>
          <p:cNvPr id="15" name="Shape 11"/>
          <p:cNvSpPr/>
          <p:nvPr/>
        </p:nvSpPr>
        <p:spPr>
          <a:xfrm>
            <a:off x="502920" y="4690872"/>
            <a:ext cx="11183112" cy="603504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49808" y="4864608"/>
            <a:ext cx="146304" cy="256032"/>
          </a:xfrm>
          <a:prstGeom prst="roundRect">
            <a:avLst>
              <a:gd name="adj" fmla="val 25000"/>
            </a:avLst>
          </a:prstGeom>
          <a:solidFill>
            <a:srgbClr val="2E7D5B"/>
          </a:solidFill>
          <a:ln/>
        </p:spPr>
      </p:sp>
      <p:sp>
        <p:nvSpPr>
          <p:cNvPr id="17" name="Text 13"/>
          <p:cNvSpPr/>
          <p:nvPr/>
        </p:nvSpPr>
        <p:spPr>
          <a:xfrm>
            <a:off x="1051560" y="4690872"/>
            <a:ext cx="10424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 are columns; tuples are rows — 2 billion+ rows in WhatsApp’s user relation</a:t>
            </a:r>
            <a:endParaRPr lang="en-US" dirty="0"/>
          </a:p>
        </p:txBody>
      </p:sp>
      <p:sp>
        <p:nvSpPr>
          <p:cNvPr id="18" name="Shape 14"/>
          <p:cNvSpPr/>
          <p:nvPr/>
        </p:nvSpPr>
        <p:spPr>
          <a:xfrm>
            <a:off x="502920" y="5404104"/>
            <a:ext cx="11183112" cy="603504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749808" y="5577840"/>
            <a:ext cx="146304" cy="256032"/>
          </a:xfrm>
          <a:prstGeom prst="roundRect">
            <a:avLst>
              <a:gd name="adj" fmla="val 25000"/>
            </a:avLst>
          </a:prstGeom>
          <a:solidFill>
            <a:srgbClr val="F0A32E"/>
          </a:solidFill>
          <a:ln/>
        </p:spPr>
      </p:sp>
      <p:sp>
        <p:nvSpPr>
          <p:cNvPr id="20" name="Text 16"/>
          <p:cNvSpPr/>
          <p:nvPr/>
        </p:nvSpPr>
        <p:spPr>
          <a:xfrm>
            <a:off x="1051560" y="5404104"/>
            <a:ext cx="10424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key answers one question: which columns point to exactly ONE row?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1_unpacked/ppt/media/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256032"/>
            <a:ext cx="2240280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56032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We Need Keys?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Model | Database Management Systems | K.R. Mangalam University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1475720" y="6419088"/>
            <a:ext cx="411480" cy="329184"/>
          </a:xfrm>
          <a:prstGeom prst="roundRect">
            <a:avLst>
              <a:gd name="adj" fmla="val 22222"/>
            </a:avLst>
          </a:prstGeom>
          <a:solidFill>
            <a:srgbClr val="1F4E7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02920" y="1716173"/>
            <a:ext cx="5394960" cy="2540620"/>
          </a:xfrm>
          <a:prstGeom prst="roundRect">
            <a:avLst>
              <a:gd name="adj" fmla="val 2571"/>
            </a:avLst>
          </a:prstGeom>
          <a:solidFill>
            <a:srgbClr val="FBF1F2"/>
          </a:solidFill>
          <a:ln w="15875">
            <a:solidFill>
              <a:srgbClr val="E8C6CB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77240" y="1871621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key</a:t>
            </a:r>
            <a:endParaRPr lang="en-US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0027188"/>
              </p:ext>
            </p:extLst>
          </p:nvPr>
        </p:nvGraphicFramePr>
        <p:xfrm>
          <a:off x="1051560" y="2356253"/>
          <a:ext cx="3657600" cy="146304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3A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3A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6263640" y="1716173"/>
            <a:ext cx="5413545" cy="2540620"/>
          </a:xfrm>
          <a:prstGeom prst="roundRect">
            <a:avLst>
              <a:gd name="adj" fmla="val 2571"/>
            </a:avLst>
          </a:prstGeom>
          <a:solidFill>
            <a:srgbClr val="F0F7F3"/>
          </a:solidFill>
          <a:ln w="15875">
            <a:solidFill>
              <a:srgbClr val="C4DEC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6537960" y="1871621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key</a:t>
            </a:r>
            <a:endParaRPr lang="en-US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9006750"/>
              </p:ext>
            </p:extLst>
          </p:nvPr>
        </p:nvGraphicFramePr>
        <p:xfrm>
          <a:off x="6720840" y="2356253"/>
          <a:ext cx="4297680" cy="146304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EnrollID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Shape 10"/>
          <p:cNvSpPr/>
          <p:nvPr/>
        </p:nvSpPr>
        <p:spPr>
          <a:xfrm>
            <a:off x="777240" y="5074920"/>
            <a:ext cx="603504" cy="603504"/>
          </a:xfrm>
          <a:prstGeom prst="ellipse">
            <a:avLst/>
          </a:prstGeom>
          <a:solidFill>
            <a:srgbClr val="F0A32E"/>
          </a:solidFill>
          <a:ln/>
        </p:spPr>
      </p:sp>
      <p:pic>
        <p:nvPicPr>
          <p:cNvPr id="16" name="Image 1" descr="icons/c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151" y="5231831"/>
            <a:ext cx="289682" cy="28968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600200" y="4956048"/>
            <a:ext cx="9966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why every Amazon order gets Order #405-778-2341, every UPI payment gets a UTR number, and every WhatsApp message gets a message ID — keys make each row addressable.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1_unpacked/ppt/media/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256032"/>
            <a:ext cx="2240280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56032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Key Concepts Are Related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Model | Database Management Systems | K.R. Mangalam University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1475720" y="6419088"/>
            <a:ext cx="411480" cy="329184"/>
          </a:xfrm>
          <a:prstGeom prst="roundRect">
            <a:avLst>
              <a:gd name="adj" fmla="val 22222"/>
            </a:avLst>
          </a:prstGeom>
          <a:solidFill>
            <a:srgbClr val="1F4E7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051560" y="160020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KEYS — any column set that identifies a row</a:t>
            </a: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1280160" y="2148840"/>
            <a:ext cx="5760720" cy="3108960"/>
          </a:xfrm>
          <a:prstGeom prst="roundRect">
            <a:avLst>
              <a:gd name="adj" fmla="val 3824"/>
            </a:avLst>
          </a:prstGeom>
          <a:solidFill>
            <a:srgbClr val="F0F7F3"/>
          </a:solidFill>
          <a:ln w="25400">
            <a:solidFill>
              <a:srgbClr val="2E7D5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508760" y="22860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KEYS — minimal super keys</a:t>
            </a: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1737360" y="2880360"/>
            <a:ext cx="2377440" cy="2011680"/>
          </a:xfrm>
          <a:prstGeom prst="roundRect">
            <a:avLst>
              <a:gd name="adj" fmla="val 5000"/>
            </a:avLst>
          </a:prstGeom>
          <a:solidFill>
            <a:srgbClr val="1F4E79"/>
          </a:solidFill>
          <a:ln/>
        </p:spPr>
      </p:sp>
      <p:sp>
        <p:nvSpPr>
          <p:cNvPr id="11" name="Text 8"/>
          <p:cNvSpPr/>
          <p:nvPr/>
        </p:nvSpPr>
        <p:spPr>
          <a:xfrm>
            <a:off x="1737360" y="2880360"/>
            <a:ext cx="2377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(the one chosen)</a:t>
            </a:r>
            <a:endParaRPr lang="en-US" dirty="0"/>
          </a:p>
        </p:txBody>
      </p:sp>
      <p:sp>
        <p:nvSpPr>
          <p:cNvPr id="12" name="Shape 9"/>
          <p:cNvSpPr/>
          <p:nvPr/>
        </p:nvSpPr>
        <p:spPr>
          <a:xfrm>
            <a:off x="4389120" y="2880360"/>
            <a:ext cx="237744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2E7D5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389120" y="2880360"/>
            <a:ext cx="2377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ALTERNATE KEYS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(the rest)</a:t>
            </a:r>
            <a:endParaRPr lang="en-US" dirty="0"/>
          </a:p>
        </p:txBody>
      </p:sp>
      <p:sp>
        <p:nvSpPr>
          <p:cNvPr id="15" name="Shape 12"/>
          <p:cNvSpPr/>
          <p:nvPr/>
        </p:nvSpPr>
        <p:spPr>
          <a:xfrm>
            <a:off x="9464040" y="1783080"/>
            <a:ext cx="685800" cy="685800"/>
          </a:xfrm>
          <a:prstGeom prst="ellipse">
            <a:avLst/>
          </a:prstGeom>
          <a:solidFill>
            <a:srgbClr val="F0A32E"/>
          </a:solidFill>
          <a:ln/>
        </p:spPr>
      </p:sp>
      <p:pic>
        <p:nvPicPr>
          <p:cNvPr id="16" name="Image 1" descr="icons/lin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2348" y="1961388"/>
            <a:ext cx="329184" cy="32918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8183880" y="269748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0A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</a:t>
            </a: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8183880" y="3154680"/>
            <a:ext cx="3246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outsider: it does not identify rows here — it points to the primary key of ANOTHER table, creating the link.</a:t>
            </a: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502920" y="580644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i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candidate key is a super key, but only minimal super keys qualify as candidates.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1_unpacked/ppt/media/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256032"/>
            <a:ext cx="2240280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56032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Key: Any Set That Identifies a Row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Model | Database Management Systems | K.R. Mangalam University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1475720" y="6419088"/>
            <a:ext cx="411480" cy="329184"/>
          </a:xfrm>
          <a:prstGeom prst="roundRect">
            <a:avLst>
              <a:gd name="adj" fmla="val 22222"/>
            </a:avLst>
          </a:prstGeom>
          <a:solidFill>
            <a:srgbClr val="1F4E7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777240" y="1325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table</a:t>
            </a:r>
            <a:endParaRPr lang="en-US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571783"/>
              </p:ext>
            </p:extLst>
          </p:nvPr>
        </p:nvGraphicFramePr>
        <p:xfrm>
          <a:off x="777240" y="1737360"/>
          <a:ext cx="4846320" cy="1536192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 err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EmpID</a:t>
                      </a:r>
                      <a:endParaRPr lang="en-US" sz="1400" err="1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Email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Phone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E11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e11@org.com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9871001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E12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e12@org.com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9871002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E13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e13@org.com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9871003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6400800" y="1600200"/>
            <a:ext cx="525780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6675120" y="16459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 EmpID }</a:t>
            </a:r>
            <a:endParaRPr lang="en-US" dirty="0"/>
          </a:p>
        </p:txBody>
      </p:sp>
      <p:sp>
        <p:nvSpPr>
          <p:cNvPr id="7" name="Text 6"/>
          <p:cNvSpPr/>
          <p:nvPr/>
        </p:nvSpPr>
        <p:spPr>
          <a:xfrm>
            <a:off x="9144000" y="164592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— also a candidate key</a:t>
            </a:r>
            <a:endParaRPr lang="en-US" dirty="0"/>
          </a:p>
        </p:txBody>
      </p:sp>
      <p:sp>
        <p:nvSpPr>
          <p:cNvPr id="11" name="Shape 7"/>
          <p:cNvSpPr/>
          <p:nvPr/>
        </p:nvSpPr>
        <p:spPr>
          <a:xfrm>
            <a:off x="6400800" y="2468880"/>
            <a:ext cx="525780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6675120" y="251460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 Email }</a:t>
            </a: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9144000" y="251460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— also a candidate key</a:t>
            </a:r>
            <a:endParaRPr lang="en-US" dirty="0"/>
          </a:p>
        </p:txBody>
      </p:sp>
      <p:sp>
        <p:nvSpPr>
          <p:cNvPr id="14" name="Shape 10"/>
          <p:cNvSpPr/>
          <p:nvPr/>
        </p:nvSpPr>
        <p:spPr>
          <a:xfrm>
            <a:off x="6400800" y="3337560"/>
            <a:ext cx="525780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6675120" y="33832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 EmpID, Phone }</a:t>
            </a: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9144000" y="338328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but carries extra baggage</a:t>
            </a:r>
            <a:endParaRPr lang="en-US" dirty="0"/>
          </a:p>
        </p:txBody>
      </p:sp>
      <p:sp>
        <p:nvSpPr>
          <p:cNvPr id="17" name="Shape 13"/>
          <p:cNvSpPr/>
          <p:nvPr/>
        </p:nvSpPr>
        <p:spPr>
          <a:xfrm>
            <a:off x="6400800" y="4206240"/>
            <a:ext cx="525780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6675120" y="42519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 Email, Phone }</a:t>
            </a: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9144000" y="425196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but larger than necessary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1_unpacked/ppt/media/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256032"/>
            <a:ext cx="2240280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56032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Key: A Minimal Super Key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Model | Database Management Systems | K.R. Mangalam University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1475720" y="6419088"/>
            <a:ext cx="411480" cy="329184"/>
          </a:xfrm>
          <a:prstGeom prst="roundRect">
            <a:avLst>
              <a:gd name="adj" fmla="val 22222"/>
            </a:avLst>
          </a:prstGeom>
          <a:solidFill>
            <a:srgbClr val="1F4E7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777240" y="13258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table (library system)</a:t>
            </a:r>
            <a:endParaRPr lang="en-US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5849478"/>
              </p:ext>
            </p:extLst>
          </p:nvPr>
        </p:nvGraphicFramePr>
        <p:xfrm>
          <a:off x="777240" y="1737360"/>
          <a:ext cx="5029200" cy="1536192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ISBN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 err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AccessionNo</a:t>
                      </a:r>
                      <a:endParaRPr lang="en-US" sz="1400" err="1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Title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978-01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A101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DBMS Basics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978-02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A102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SQL Lab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978-03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A103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Data Models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6400800" y="1463040"/>
            <a:ext cx="5257800" cy="1234440"/>
          </a:xfrm>
          <a:prstGeom prst="roundRect">
            <a:avLst>
              <a:gd name="adj" fmla="val 6667"/>
            </a:avLst>
          </a:prstGeom>
          <a:solidFill>
            <a:srgbClr val="F0F7F3"/>
          </a:solidFill>
          <a:ln w="15875">
            <a:solidFill>
              <a:srgbClr val="C4DEC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6675120" y="16002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keys</a:t>
            </a: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6675120" y="1938528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 ISBN }   and   { AccessionNo } — each is unique AND minimal.</a:t>
            </a:r>
            <a:endParaRPr lang="en-US" dirty="0"/>
          </a:p>
        </p:txBody>
      </p:sp>
      <p:sp>
        <p:nvSpPr>
          <p:cNvPr id="7" name="Shape 7"/>
          <p:cNvSpPr/>
          <p:nvPr/>
        </p:nvSpPr>
        <p:spPr>
          <a:xfrm>
            <a:off x="6400800" y="2880360"/>
            <a:ext cx="5257800" cy="1234440"/>
          </a:xfrm>
          <a:prstGeom prst="roundRect">
            <a:avLst>
              <a:gd name="adj" fmla="val 6667"/>
            </a:avLst>
          </a:prstGeom>
          <a:solidFill>
            <a:srgbClr val="FBF1F2"/>
          </a:solidFill>
          <a:ln w="15875">
            <a:solidFill>
              <a:srgbClr val="E8C6CB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6675120" y="30175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candidate</a:t>
            </a: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6675120" y="3355848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 ISBN, AccessionNo } is unique but NOT minimal — drop either column and it still works. Only a super key.</a:t>
            </a:r>
            <a:endParaRPr lang="en-US" dirty="0"/>
          </a:p>
        </p:txBody>
      </p:sp>
      <p:sp>
        <p:nvSpPr>
          <p:cNvPr id="15" name="Shape 11"/>
          <p:cNvSpPr/>
          <p:nvPr/>
        </p:nvSpPr>
        <p:spPr>
          <a:xfrm>
            <a:off x="777240" y="4846320"/>
            <a:ext cx="603504" cy="603504"/>
          </a:xfrm>
          <a:prstGeom prst="ellipse">
            <a:avLst/>
          </a:prstGeom>
          <a:solidFill>
            <a:srgbClr val="2E75B6"/>
          </a:solidFill>
          <a:ln/>
        </p:spPr>
      </p:sp>
      <p:pic>
        <p:nvPicPr>
          <p:cNvPr id="16" name="Image 1" descr="icons/pho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151" y="5003231"/>
            <a:ext cx="289682" cy="28968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4709160"/>
            <a:ext cx="9966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parallel: Instagram’s user table has three candidate keys — user_id, username and email. Each alone finds exactly one account; combining them adds nothing.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1_unpacked/ppt/media/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256032"/>
            <a:ext cx="2240280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56032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Alternate Key: The Candidate Not Chosen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Model | Database Management Systems | K.R. Mangalam University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1475720" y="6419088"/>
            <a:ext cx="411480" cy="329184"/>
          </a:xfrm>
          <a:prstGeom prst="roundRect">
            <a:avLst>
              <a:gd name="adj" fmla="val 22222"/>
            </a:avLst>
          </a:prstGeom>
          <a:solidFill>
            <a:srgbClr val="1F4E7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8729526"/>
              </p:ext>
            </p:extLst>
          </p:nvPr>
        </p:nvGraphicFramePr>
        <p:xfrm>
          <a:off x="777240" y="1554480"/>
          <a:ext cx="7498080" cy="137160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Chosen?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Key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Reason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PRIMARY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ISBN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Globally recognized, printed on the book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ALTERNATE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 err="1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AccessionNo</a:t>
                      </a:r>
                      <a:endParaRPr lang="en-US" sz="1400" err="1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Still unique — enforced as UNIQUE in SQL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02920" y="3200400"/>
            <a:ext cx="5394960" cy="2743200"/>
          </a:xfrm>
          <a:prstGeom prst="roundRect">
            <a:avLst>
              <a:gd name="adj" fmla="val 3000"/>
            </a:avLst>
          </a:prstGeom>
          <a:solidFill>
            <a:srgbClr val="F4F7FB"/>
          </a:solidFill>
          <a:ln w="15875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822960" y="33832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822960" y="3840480"/>
            <a:ext cx="4754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table may have several candidate keys</a:t>
            </a:r>
            <a:endParaRPr lang="en-US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one becomes the primary key</a:t>
            </a:r>
            <a:endParaRPr lang="en-US" dirty="0"/>
          </a:p>
          <a:p>
            <a:pPr marL="152400" indent="-152400">
              <a:buSzPct val="100000"/>
              <a:buChar char="•"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remaining candidates become alternate keys</a:t>
            </a:r>
            <a:endParaRPr lang="en-US" dirty="0"/>
          </a:p>
        </p:txBody>
      </p:sp>
      <p:sp>
        <p:nvSpPr>
          <p:cNvPr id="10" name="Shape 6"/>
          <p:cNvSpPr/>
          <p:nvPr/>
        </p:nvSpPr>
        <p:spPr>
          <a:xfrm>
            <a:off x="6263640" y="3200400"/>
            <a:ext cx="5394960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537960" y="3429000"/>
            <a:ext cx="585216" cy="585216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6" name="Image 1" descr="icons/co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0116" y="3581156"/>
            <a:ext cx="280904" cy="28090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315200" y="34747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real SQL at MNCs</a:t>
            </a:r>
            <a:endParaRPr lang="en-US" dirty="0"/>
          </a:p>
        </p:txBody>
      </p:sp>
      <p:sp>
        <p:nvSpPr>
          <p:cNvPr id="14" name="Text 9"/>
          <p:cNvSpPr/>
          <p:nvPr/>
        </p:nvSpPr>
        <p:spPr>
          <a:xfrm>
            <a:off x="6537960" y="406908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user_id  BIGINT  PRIMARY KEY,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    VARCHAR UNIQUE,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phone    VARCHAR UNIQUE</a:t>
            </a:r>
            <a:endParaRPr lang="en-US" dirty="0"/>
          </a:p>
        </p:txBody>
      </p:sp>
      <p:sp>
        <p:nvSpPr>
          <p:cNvPr id="15" name="Text 10"/>
          <p:cNvSpPr/>
          <p:nvPr/>
        </p:nvSpPr>
        <p:spPr>
          <a:xfrm>
            <a:off x="6537960" y="512064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&amp; phone are alternate keys — that UNIQUE constraint is why no two accounts share an email.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1_unpacked/ppt/media/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256032"/>
            <a:ext cx="2240280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56032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Activity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Model | Database Management Systems | K.R. Mangalam University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1475720" y="6419088"/>
            <a:ext cx="411480" cy="329184"/>
          </a:xfrm>
          <a:prstGeom prst="roundRect">
            <a:avLst>
              <a:gd name="adj" fmla="val 22222"/>
            </a:avLst>
          </a:prstGeom>
          <a:solidFill>
            <a:srgbClr val="1F4E7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1371600" y="1828800"/>
            <a:ext cx="9445752" cy="2103120"/>
          </a:xfrm>
          <a:prstGeom prst="roundRect">
            <a:avLst>
              <a:gd name="adj" fmla="val 3913"/>
            </a:avLst>
          </a:prstGeom>
          <a:solidFill>
            <a:srgbClr val="F4F7FB"/>
          </a:solidFill>
          <a:ln w="15875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691640" y="2148840"/>
            <a:ext cx="685800" cy="685800"/>
          </a:xfrm>
          <a:prstGeom prst="ellipse">
            <a:avLst/>
          </a:prstGeom>
          <a:solidFill>
            <a:srgbClr val="1F4E79"/>
          </a:solidFill>
          <a:ln/>
        </p:spPr>
      </p:sp>
      <p:pic>
        <p:nvPicPr>
          <p:cNvPr id="8" name="Image 1" descr="icons/comm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9948" y="2327148"/>
            <a:ext cx="329184" cy="32918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651760" y="2011680"/>
            <a:ext cx="7863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STUDENT table, both RollNo and UniversityEmail are unique.</a:t>
            </a: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one would you choose as the primary key — and why?</a:t>
            </a:r>
            <a:endParaRPr lang="en-US" dirty="0"/>
          </a:p>
        </p:txBody>
      </p:sp>
      <p:sp>
        <p:nvSpPr>
          <p:cNvPr id="10" name="Shape 6"/>
          <p:cNvSpPr/>
          <p:nvPr/>
        </p:nvSpPr>
        <p:spPr>
          <a:xfrm>
            <a:off x="777240" y="4343400"/>
            <a:ext cx="338328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1005840" y="449884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 1</a:t>
            </a: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1005840" y="4828032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one never changes during the degree?</a:t>
            </a:r>
            <a:endParaRPr lang="en-US" dirty="0"/>
          </a:p>
        </p:txBody>
      </p:sp>
      <p:sp>
        <p:nvSpPr>
          <p:cNvPr id="13" name="Shape 9"/>
          <p:cNvSpPr/>
          <p:nvPr/>
        </p:nvSpPr>
        <p:spPr>
          <a:xfrm>
            <a:off x="4434840" y="4343400"/>
            <a:ext cx="338328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4663440" y="449884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 2</a:t>
            </a: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4663440" y="4828032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one is shorter to index and join on?</a:t>
            </a:r>
            <a:endParaRPr lang="en-US" dirty="0"/>
          </a:p>
        </p:txBody>
      </p:sp>
      <p:sp>
        <p:nvSpPr>
          <p:cNvPr id="16" name="Shape 12"/>
          <p:cNvSpPr/>
          <p:nvPr/>
        </p:nvSpPr>
        <p:spPr>
          <a:xfrm>
            <a:off x="8092440" y="4343400"/>
            <a:ext cx="338328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8321040" y="449884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0A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 3</a:t>
            </a: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8321040" y="4828032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to email after graduation?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1_unpacked/ppt/media/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256032"/>
            <a:ext cx="2240280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56032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Key: The Chosen Identifier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Model | Database Management Systems | K.R. Mangalam University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1475720" y="6419088"/>
            <a:ext cx="411480" cy="329184"/>
          </a:xfrm>
          <a:prstGeom prst="roundRect">
            <a:avLst>
              <a:gd name="adj" fmla="val 22222"/>
            </a:avLst>
          </a:prstGeom>
          <a:solidFill>
            <a:srgbClr val="1F4E7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777240" y="1967075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1967075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</a:t>
            </a: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3108960" y="1967075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B23A48"/>
          </a:solidFill>
          <a:ln/>
        </p:spPr>
      </p:sp>
      <p:sp>
        <p:nvSpPr>
          <p:cNvPr id="9" name="Text 6"/>
          <p:cNvSpPr/>
          <p:nvPr/>
        </p:nvSpPr>
        <p:spPr>
          <a:xfrm>
            <a:off x="3108960" y="1967075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NULL</a:t>
            </a: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5440680" y="1967075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/>
        </p:spPr>
      </p:sp>
      <p:sp>
        <p:nvSpPr>
          <p:cNvPr id="11" name="Text 8"/>
          <p:cNvSpPr/>
          <p:nvPr/>
        </p:nvSpPr>
        <p:spPr>
          <a:xfrm>
            <a:off x="5440680" y="1967075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</a:t>
            </a:r>
            <a:endParaRPr lang="en-US" dirty="0"/>
          </a:p>
        </p:txBody>
      </p:sp>
      <p:sp>
        <p:nvSpPr>
          <p:cNvPr id="12" name="Shape 9"/>
          <p:cNvSpPr/>
          <p:nvPr/>
        </p:nvSpPr>
        <p:spPr>
          <a:xfrm>
            <a:off x="7772400" y="1967075"/>
            <a:ext cx="2651760" cy="310896"/>
          </a:xfrm>
          <a:prstGeom prst="roundRect">
            <a:avLst>
              <a:gd name="adj" fmla="val 50000"/>
            </a:avLst>
          </a:prstGeom>
          <a:solidFill>
            <a:srgbClr val="F0A32E"/>
          </a:solidFill>
          <a:ln/>
        </p:spPr>
      </p:sp>
      <p:sp>
        <p:nvSpPr>
          <p:cNvPr id="13" name="Text 10"/>
          <p:cNvSpPr/>
          <p:nvPr/>
        </p:nvSpPr>
        <p:spPr>
          <a:xfrm>
            <a:off x="7772400" y="1967075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when possible</a:t>
            </a: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777240" y="2718667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table — Primary Key = RollNo</a:t>
            </a:r>
            <a:endParaRPr lang="en-US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3268024"/>
              </p:ext>
            </p:extLst>
          </p:nvPr>
        </p:nvGraphicFramePr>
        <p:xfrm>
          <a:off x="777240" y="3130147"/>
          <a:ext cx="5120640" cy="1536192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 err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RollNo</a:t>
                      </a:r>
                      <a:endParaRPr lang="en-US" sz="1400" err="1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Name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Email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101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Asha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asha@uni.edu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102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Rahul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rahul@uni.edu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103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Meera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meera@uni.edu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" name="Shape 12"/>
          <p:cNvSpPr/>
          <p:nvPr/>
        </p:nvSpPr>
        <p:spPr>
          <a:xfrm>
            <a:off x="6675120" y="2855827"/>
            <a:ext cx="498348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6949440" y="3038707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the others?</a:t>
            </a: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6949440" y="3495907"/>
            <a:ext cx="4480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Name? Two students can share it — fails UNIQUE</a:t>
            </a:r>
            <a:endParaRPr lang="en-US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Email? It can change — fails STABLE</a:t>
            </a:r>
            <a:endParaRPr lang="en-US" dirty="0"/>
          </a:p>
          <a:p>
            <a:pPr marL="152400" indent="-152400">
              <a:buSzPct val="100000"/>
              <a:buChar char="•"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RollNo? Unique, permanent, short — perfect</a:t>
            </a:r>
            <a:endParaRPr lang="en-US" dirty="0"/>
          </a:p>
        </p:txBody>
      </p:sp>
      <p:sp>
        <p:nvSpPr>
          <p:cNvPr id="20" name="Shape 16"/>
          <p:cNvSpPr/>
          <p:nvPr/>
        </p:nvSpPr>
        <p:spPr>
          <a:xfrm>
            <a:off x="777240" y="4983480"/>
            <a:ext cx="603504" cy="603504"/>
          </a:xfrm>
          <a:prstGeom prst="ellipse">
            <a:avLst/>
          </a:prstGeom>
          <a:solidFill>
            <a:srgbClr val="1F4E79"/>
          </a:solidFill>
          <a:ln/>
        </p:spPr>
      </p:sp>
      <p:pic>
        <p:nvPicPr>
          <p:cNvPr id="21" name="Image 1" descr="icons/datab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151" y="5140391"/>
            <a:ext cx="289682" cy="28968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600200" y="4846320"/>
            <a:ext cx="9966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Practice: most production tables at Amazon, Flipkart &amp; Google use a surrogate key — an auto-</a:t>
            </a:r>
            <a:r>
              <a:rPr lang="en-US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generated ID (BIGINT sequence or UUID) — precisely because real-world attributes keep changing.</a:t>
            </a:r>
            <a:endParaRPr lang="en-US" dirty="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1_unpacked/ppt/media/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256032"/>
            <a:ext cx="2240280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56032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Example: Choosing the Best Primary Key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Model | Database Management Systems | K.R. Mangalam University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1475720" y="6419088"/>
            <a:ext cx="411480" cy="329184"/>
          </a:xfrm>
          <a:prstGeom prst="roundRect">
            <a:avLst>
              <a:gd name="adj" fmla="val 22222"/>
            </a:avLst>
          </a:prstGeom>
          <a:solidFill>
            <a:srgbClr val="1F4E7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777240" y="1325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relation</a:t>
            </a:r>
            <a:endParaRPr lang="en-US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37360"/>
          <a:ext cx="6126480" cy="1536192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EmpCode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AadhaarNo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E201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xxxx-1001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sara@org.com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E202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xxxx-1002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vivek@org.com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Vivek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E203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xxxx-1003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nina@org.com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Nina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02920" y="3657600"/>
            <a:ext cx="11183112" cy="731520"/>
          </a:xfrm>
          <a:prstGeom prst="roundRect">
            <a:avLst>
              <a:gd name="adj" fmla="val 11250"/>
            </a:avLst>
          </a:prstGeom>
          <a:solidFill>
            <a:srgbClr val="F0F7F3"/>
          </a:solidFill>
          <a:ln w="15875">
            <a:solidFill>
              <a:srgbClr val="C4DEC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731520" y="3758184"/>
            <a:ext cx="530352" cy="530352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10" name="Image 1" descr="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9412" y="3896076"/>
            <a:ext cx="254569" cy="25456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508760" y="3685032"/>
            <a:ext cx="1737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EmpCode</a:t>
            </a:r>
            <a:endParaRPr lang="en-US" dirty="0"/>
          </a:p>
        </p:txBody>
      </p:sp>
      <p:sp>
        <p:nvSpPr>
          <p:cNvPr id="12" name="Text 7"/>
          <p:cNvSpPr/>
          <p:nvPr/>
        </p:nvSpPr>
        <p:spPr>
          <a:xfrm>
            <a:off x="3291840" y="3685032"/>
            <a:ext cx="8229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Company-controlled, stable, non-sensitive — the safe choice</a:t>
            </a:r>
            <a:endParaRPr lang="en-US" dirty="0"/>
          </a:p>
        </p:txBody>
      </p:sp>
      <p:sp>
        <p:nvSpPr>
          <p:cNvPr id="13" name="Shape 8"/>
          <p:cNvSpPr/>
          <p:nvPr/>
        </p:nvSpPr>
        <p:spPr>
          <a:xfrm>
            <a:off x="502920" y="4498848"/>
            <a:ext cx="11183112" cy="731520"/>
          </a:xfrm>
          <a:prstGeom prst="roundRect">
            <a:avLst>
              <a:gd name="adj" fmla="val 11250"/>
            </a:avLst>
          </a:prstGeom>
          <a:solidFill>
            <a:srgbClr val="FBF1F2"/>
          </a:solidFill>
          <a:ln w="15875">
            <a:solidFill>
              <a:srgbClr val="E8C6CB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14" name="Shape 9"/>
          <p:cNvSpPr/>
          <p:nvPr/>
        </p:nvSpPr>
        <p:spPr>
          <a:xfrm>
            <a:off x="731520" y="4599432"/>
            <a:ext cx="530352" cy="530352"/>
          </a:xfrm>
          <a:prstGeom prst="ellipse">
            <a:avLst/>
          </a:prstGeom>
          <a:solidFill>
            <a:srgbClr val="B23A48"/>
          </a:solidFill>
          <a:ln/>
        </p:spPr>
      </p:sp>
      <p:pic>
        <p:nvPicPr>
          <p:cNvPr id="7" name="Image 2" descr="icons/war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412" y="4737324"/>
            <a:ext cx="254569" cy="254569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508760" y="4526280"/>
            <a:ext cx="1737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AadhaarNo</a:t>
            </a:r>
            <a:endParaRPr lang="en-US" dirty="0"/>
          </a:p>
        </p:txBody>
      </p:sp>
      <p:sp>
        <p:nvSpPr>
          <p:cNvPr id="17" name="Text 11"/>
          <p:cNvSpPr/>
          <p:nvPr/>
        </p:nvSpPr>
        <p:spPr>
          <a:xfrm>
            <a:off x="3291840" y="4526280"/>
            <a:ext cx="8229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personal data! Storing it as a key violates the DPDP Act 2023 &amp; data-minimization rules</a:t>
            </a:r>
            <a:endParaRPr lang="en-US" dirty="0"/>
          </a:p>
        </p:txBody>
      </p:sp>
      <p:sp>
        <p:nvSpPr>
          <p:cNvPr id="18" name="Shape 12"/>
          <p:cNvSpPr/>
          <p:nvPr/>
        </p:nvSpPr>
        <p:spPr>
          <a:xfrm>
            <a:off x="502920" y="5340096"/>
            <a:ext cx="11183112" cy="731520"/>
          </a:xfrm>
          <a:prstGeom prst="roundRect">
            <a:avLst>
              <a:gd name="adj" fmla="val 11250"/>
            </a:avLst>
          </a:prstGeom>
          <a:solidFill>
            <a:srgbClr val="FFF8EA"/>
          </a:solidFill>
          <a:ln w="15875">
            <a:solidFill>
              <a:srgbClr val="F5D9A8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731520" y="5440680"/>
            <a:ext cx="530352" cy="530352"/>
          </a:xfrm>
          <a:prstGeom prst="ellipse">
            <a:avLst/>
          </a:prstGeom>
          <a:solidFill>
            <a:srgbClr val="F0A32E"/>
          </a:solidFill>
          <a:ln/>
        </p:spPr>
      </p:sp>
      <p:pic>
        <p:nvPicPr>
          <p:cNvPr id="20" name="Image 3" descr="icons/war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412" y="5578572"/>
            <a:ext cx="254569" cy="254569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508760" y="5367528"/>
            <a:ext cx="1737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dirty="0"/>
          </a:p>
        </p:txBody>
      </p:sp>
      <p:sp>
        <p:nvSpPr>
          <p:cNvPr id="22" name="Text 15"/>
          <p:cNvSpPr/>
          <p:nvPr/>
        </p:nvSpPr>
        <p:spPr>
          <a:xfrm>
            <a:off x="3291840" y="5367528"/>
            <a:ext cx="8229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on marriage, rebranding, domain migration — unstable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1_unpacked/ppt/media/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256032"/>
            <a:ext cx="2240280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56032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Key: The Link Between Tables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Model | Database Management Systems | K.R. Mangalam University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1475720" y="6419088"/>
            <a:ext cx="411480" cy="329184"/>
          </a:xfrm>
          <a:prstGeom prst="roundRect">
            <a:avLst>
              <a:gd name="adj" fmla="val 22222"/>
            </a:avLst>
          </a:prstGeom>
          <a:solidFill>
            <a:srgbClr val="1F4E7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777240" y="13716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(parent)</a:t>
            </a:r>
            <a:endParaRPr lang="en-US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83080"/>
          <a:ext cx="3566160" cy="1536192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DeptName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Computer Science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Electronics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MBA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6949440" y="13716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(child)</a:t>
            </a:r>
            <a:endParaRPr lang="en-US" dirty="0"/>
          </a:p>
        </p:txBody>
      </p:sp>
      <p:graphicFrame>
        <p:nvGraphicFramePr>
          <p:cNvPr id="3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49440" y="1783080"/>
          <a:ext cx="3749040" cy="1536192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RollNo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Asha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Rahul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Meera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Shape 5"/>
          <p:cNvSpPr/>
          <p:nvPr/>
        </p:nvSpPr>
        <p:spPr>
          <a:xfrm>
            <a:off x="4663440" y="2377440"/>
            <a:ext cx="2011680" cy="457200"/>
          </a:xfrm>
          <a:prstGeom prst="leftArrow">
            <a:avLst/>
          </a:prstGeom>
          <a:solidFill>
            <a:srgbClr val="F0A32E"/>
          </a:solidFill>
          <a:ln/>
        </p:spPr>
      </p:sp>
      <p:sp>
        <p:nvSpPr>
          <p:cNvPr id="11" name="Text 6"/>
          <p:cNvSpPr/>
          <p:nvPr/>
        </p:nvSpPr>
        <p:spPr>
          <a:xfrm>
            <a:off x="4663440" y="2880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dirty="0"/>
          </a:p>
        </p:txBody>
      </p:sp>
      <p:sp>
        <p:nvSpPr>
          <p:cNvPr id="12" name="Shape 7"/>
          <p:cNvSpPr/>
          <p:nvPr/>
        </p:nvSpPr>
        <p:spPr>
          <a:xfrm>
            <a:off x="502920" y="3977640"/>
            <a:ext cx="11183112" cy="777240"/>
          </a:xfrm>
          <a:prstGeom prst="roundRect">
            <a:avLst>
              <a:gd name="adj" fmla="val 10588"/>
            </a:avLst>
          </a:prstGeom>
          <a:solidFill>
            <a:srgbClr val="F4F7FB"/>
          </a:solidFill>
          <a:ln w="15875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13" name="Text 8"/>
          <p:cNvSpPr/>
          <p:nvPr/>
        </p:nvSpPr>
        <p:spPr>
          <a:xfrm>
            <a:off x="822960" y="39776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F4E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STUDENT.DeptID  is a FOREIGN KEY referencing  DEPARTMENT.DeptID</a:t>
            </a:r>
            <a:endParaRPr lang="en-US" dirty="0"/>
          </a:p>
        </p:txBody>
      </p:sp>
      <p:sp>
        <p:nvSpPr>
          <p:cNvPr id="15" name="Shape 10"/>
          <p:cNvSpPr/>
          <p:nvPr/>
        </p:nvSpPr>
        <p:spPr>
          <a:xfrm>
            <a:off x="777240" y="5239512"/>
            <a:ext cx="603504" cy="603504"/>
          </a:xfrm>
          <a:prstGeom prst="ellipse">
            <a:avLst/>
          </a:prstGeom>
          <a:solidFill>
            <a:srgbClr val="B23A48"/>
          </a:solidFill>
          <a:ln/>
        </p:spPr>
      </p:sp>
      <p:pic>
        <p:nvPicPr>
          <p:cNvPr id="7" name="Image 1" descr="icons/utensil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151" y="5396423"/>
            <a:ext cx="289682" cy="28968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600200" y="5120640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Zomato runs on this exact pattern: ORDERS.customer_id → CUSTOMERS, ORDERS.restaurant_id → RESTAURANTS, ORDERS.rider_id → RIDERS. Three foreign keys stitch one order together.</a:t>
            </a: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1_unpacked/ppt/media/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256032"/>
            <a:ext cx="2240280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56032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Referential Integrity: Only Valid References Allowed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Model | Database Management Systems | K.R. Mangalam University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1475720" y="6419088"/>
            <a:ext cx="411480" cy="329184"/>
          </a:xfrm>
          <a:prstGeom prst="roundRect">
            <a:avLst>
              <a:gd name="adj" fmla="val 22222"/>
            </a:avLst>
          </a:prstGeom>
          <a:solidFill>
            <a:srgbClr val="1F4E7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777240" y="1371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ENROLLMENT rows</a:t>
            </a:r>
            <a:endParaRPr lang="en-US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7572343"/>
              </p:ext>
            </p:extLst>
          </p:nvPr>
        </p:nvGraphicFramePr>
        <p:xfrm>
          <a:off x="777240" y="1783080"/>
          <a:ext cx="3840480" cy="146304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 err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EnrollID</a:t>
                      </a:r>
                      <a:endParaRPr lang="en-US" sz="1400" err="1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 err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RollNo</a:t>
                      </a:r>
                      <a:endParaRPr lang="en-US" sz="1400" err="1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 err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CourseID</a:t>
                      </a:r>
                      <a:endParaRPr lang="en-US" sz="1400" err="1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EN1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101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DB201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EN2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102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DB201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EN3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103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PY110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6766560" y="1371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 row</a:t>
            </a:r>
            <a:endParaRPr lang="en-US" dirty="0"/>
          </a:p>
        </p:txBody>
      </p:sp>
      <p:graphicFrame>
        <p:nvGraphicFramePr>
          <p:cNvPr id="3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070351"/>
              </p:ext>
            </p:extLst>
          </p:nvPr>
        </p:nvGraphicFramePr>
        <p:xfrm>
          <a:off x="6766560" y="1783080"/>
          <a:ext cx="3840480" cy="73152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 err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EnrollID</a:t>
                      </a:r>
                      <a:endParaRPr lang="en-US" sz="1400" err="1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3A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 err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RollNo</a:t>
                      </a:r>
                      <a:endParaRPr lang="en-US" sz="1400" err="1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3A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 err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CourseID</a:t>
                      </a:r>
                      <a:endParaRPr lang="en-US" sz="1400" err="1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3A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EN4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999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DB201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" name="Text 5"/>
          <p:cNvSpPr/>
          <p:nvPr/>
        </p:nvSpPr>
        <p:spPr>
          <a:xfrm>
            <a:off x="6766560" y="269748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RollNo 999 does not exist in STUDENT → the DBMS refuses the insert. No orphan rows, ever.</a:t>
            </a:r>
            <a:endParaRPr lang="en-US" dirty="0"/>
          </a:p>
        </p:txBody>
      </p:sp>
      <p:sp>
        <p:nvSpPr>
          <p:cNvPr id="12" name="Shape 7"/>
          <p:cNvSpPr/>
          <p:nvPr/>
        </p:nvSpPr>
        <p:spPr>
          <a:xfrm>
            <a:off x="777240" y="4023360"/>
            <a:ext cx="603504" cy="603504"/>
          </a:xfrm>
          <a:prstGeom prst="ellipse">
            <a:avLst/>
          </a:prstGeom>
          <a:solidFill>
            <a:srgbClr val="2E75B6"/>
          </a:solidFill>
          <a:ln/>
        </p:spPr>
      </p:sp>
      <p:pic>
        <p:nvPicPr>
          <p:cNvPr id="13" name="Image 1" descr="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151" y="4180271"/>
            <a:ext cx="289682" cy="28968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600200" y="406908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engineers configure in production</a:t>
            </a:r>
            <a:endParaRPr lang="en-US" dirty="0"/>
          </a:p>
        </p:txBody>
      </p:sp>
      <p:sp>
        <p:nvSpPr>
          <p:cNvPr id="15" name="Text 9"/>
          <p:cNvSpPr/>
          <p:nvPr/>
        </p:nvSpPr>
        <p:spPr>
          <a:xfrm>
            <a:off x="1600200" y="4572000"/>
            <a:ext cx="9784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DELETE RESTRICT — cannot delete a customer who still has orders (banking default)</a:t>
            </a:r>
            <a:endParaRPr lang="en-US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DELETE CASCADE — deleting a playlist removes its songs automatically (Spotify-style)</a:t>
            </a:r>
            <a:endParaRPr lang="en-US" dirty="0"/>
          </a:p>
          <a:p>
            <a:pPr marL="152400" indent="-152400">
              <a:buSzPct val="100000"/>
              <a:buChar char="•"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DELETE SET NULL — rider leaves, old deliveries keep history with rider_id = NULL</a:t>
            </a:r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1_unpacked/ppt/media/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256032"/>
            <a:ext cx="2240280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56032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Five Keys, Side by Side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Model | Database Management Systems | K.R. Mangalam University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1475720" y="6419088"/>
            <a:ext cx="411480" cy="329184"/>
          </a:xfrm>
          <a:prstGeom prst="roundRect">
            <a:avLst>
              <a:gd name="adj" fmla="val 22222"/>
            </a:avLst>
          </a:prstGeom>
          <a:solidFill>
            <a:srgbClr val="1F4E7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8761131"/>
              </p:ext>
            </p:extLst>
          </p:nvPr>
        </p:nvGraphicFramePr>
        <p:xfrm>
          <a:off x="777240" y="1463040"/>
          <a:ext cx="10607040" cy="3401568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Key Type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Main idea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Memory tip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Super Key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Any column set that identifies a row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May carry extra attributes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Candidate Key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Minimal super key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Eligible for primary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Primary Key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The chosen candidate key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Main row identifier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Alternate Key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Candidate key not chosen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Still UNIQUE in SQL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Foreign Key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References another table’s primary key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Builds relationships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1554480" y="5349240"/>
            <a:ext cx="2377440" cy="548640"/>
          </a:xfrm>
          <a:prstGeom prst="roundRect">
            <a:avLst>
              <a:gd name="adj" fmla="val 16667"/>
            </a:avLst>
          </a:prstGeom>
          <a:solidFill>
            <a:srgbClr val="64748B"/>
          </a:solidFill>
          <a:ln/>
        </p:spPr>
      </p:sp>
      <p:sp>
        <p:nvSpPr>
          <p:cNvPr id="8" name="Text 4"/>
          <p:cNvSpPr/>
          <p:nvPr/>
        </p:nvSpPr>
        <p:spPr>
          <a:xfrm>
            <a:off x="1554480" y="53492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KEY</a:t>
            </a:r>
            <a:endParaRPr lang="en-US" dirty="0"/>
          </a:p>
        </p:txBody>
      </p:sp>
      <p:sp>
        <p:nvSpPr>
          <p:cNvPr id="9" name="Shape 5"/>
          <p:cNvSpPr/>
          <p:nvPr/>
        </p:nvSpPr>
        <p:spPr>
          <a:xfrm>
            <a:off x="4069080" y="5440680"/>
            <a:ext cx="548640" cy="365760"/>
          </a:xfrm>
          <a:prstGeom prst="rightArrow">
            <a:avLst/>
          </a:prstGeom>
          <a:solidFill>
            <a:srgbClr val="F0A32E"/>
          </a:solidFill>
          <a:ln/>
        </p:spPr>
      </p:sp>
      <p:sp>
        <p:nvSpPr>
          <p:cNvPr id="10" name="Shape 6"/>
          <p:cNvSpPr/>
          <p:nvPr/>
        </p:nvSpPr>
        <p:spPr>
          <a:xfrm>
            <a:off x="4754880" y="5349240"/>
            <a:ext cx="2377440" cy="548640"/>
          </a:xfrm>
          <a:prstGeom prst="roundRect">
            <a:avLst>
              <a:gd name="adj" fmla="val 16667"/>
            </a:avLst>
          </a:prstGeom>
          <a:solidFill>
            <a:srgbClr val="2E7D5B"/>
          </a:solidFill>
          <a:ln/>
        </p:spPr>
      </p:sp>
      <p:sp>
        <p:nvSpPr>
          <p:cNvPr id="11" name="Text 7"/>
          <p:cNvSpPr/>
          <p:nvPr/>
        </p:nvSpPr>
        <p:spPr>
          <a:xfrm>
            <a:off x="4754880" y="53492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KEY</a:t>
            </a:r>
            <a:endParaRPr lang="en-US" dirty="0"/>
          </a:p>
        </p:txBody>
      </p:sp>
      <p:sp>
        <p:nvSpPr>
          <p:cNvPr id="12" name="Shape 8"/>
          <p:cNvSpPr/>
          <p:nvPr/>
        </p:nvSpPr>
        <p:spPr>
          <a:xfrm>
            <a:off x="7269480" y="5440680"/>
            <a:ext cx="548640" cy="365760"/>
          </a:xfrm>
          <a:prstGeom prst="rightArrow">
            <a:avLst/>
          </a:prstGeom>
          <a:solidFill>
            <a:srgbClr val="F0A32E"/>
          </a:solidFill>
          <a:ln/>
        </p:spPr>
      </p:sp>
      <p:sp>
        <p:nvSpPr>
          <p:cNvPr id="13" name="Shape 9"/>
          <p:cNvSpPr/>
          <p:nvPr/>
        </p:nvSpPr>
        <p:spPr>
          <a:xfrm>
            <a:off x="7955280" y="5349240"/>
            <a:ext cx="3108960" cy="548640"/>
          </a:xfrm>
          <a:prstGeom prst="roundRect">
            <a:avLst>
              <a:gd name="adj" fmla="val 16667"/>
            </a:avLst>
          </a:prstGeom>
          <a:solidFill>
            <a:srgbClr val="1F4E79"/>
          </a:solidFill>
          <a:ln/>
        </p:spPr>
      </p:sp>
      <p:sp>
        <p:nvSpPr>
          <p:cNvPr id="14" name="Text 10"/>
          <p:cNvSpPr/>
          <p:nvPr/>
        </p:nvSpPr>
        <p:spPr>
          <a:xfrm>
            <a:off x="7955280" y="53492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/ ALTERNATE</a:t>
            </a: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3794760" y="59436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shrink to minimal</a:t>
            </a: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6858000" y="59436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</a:t>
            </a:r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1_unpacked/ppt/media/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256032"/>
            <a:ext cx="2240280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56032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Identify Keys: A Reviewer’s Checklist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Model | Database Management Systems | K.R. Mangalam University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1475720" y="6419088"/>
            <a:ext cx="411480" cy="329184"/>
          </a:xfrm>
          <a:prstGeom prst="roundRect">
            <a:avLst>
              <a:gd name="adj" fmla="val 22222"/>
            </a:avLst>
          </a:prstGeom>
          <a:solidFill>
            <a:srgbClr val="1F4E7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02920" y="1371600"/>
            <a:ext cx="544068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58952" y="1719072"/>
            <a:ext cx="585216" cy="585216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8" name="Text 5"/>
          <p:cNvSpPr/>
          <p:nvPr/>
        </p:nvSpPr>
        <p:spPr>
          <a:xfrm>
            <a:off x="758952" y="171907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1554480" y="146304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attributes that look unique from the business rules</a:t>
            </a: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6172200" y="1371600"/>
            <a:ext cx="544068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28232" y="1719072"/>
            <a:ext cx="585216" cy="585216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12" name="Text 9"/>
          <p:cNvSpPr/>
          <p:nvPr/>
        </p:nvSpPr>
        <p:spPr>
          <a:xfrm>
            <a:off x="6428232" y="171907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7223760" y="146304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which attribute sets uniquely identify each row</a:t>
            </a:r>
            <a:endParaRPr lang="en-US" dirty="0"/>
          </a:p>
        </p:txBody>
      </p:sp>
      <p:sp>
        <p:nvSpPr>
          <p:cNvPr id="14" name="Shape 11"/>
          <p:cNvSpPr/>
          <p:nvPr/>
        </p:nvSpPr>
        <p:spPr>
          <a:xfrm>
            <a:off x="502920" y="2852928"/>
            <a:ext cx="544068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758952" y="3200400"/>
            <a:ext cx="585216" cy="585216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16" name="Text 13"/>
          <p:cNvSpPr/>
          <p:nvPr/>
        </p:nvSpPr>
        <p:spPr>
          <a:xfrm>
            <a:off x="758952" y="32004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1554480" y="2944368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unnecessary attributes → candidate keys (minimality)</a:t>
            </a:r>
            <a:endParaRPr lang="en-US" dirty="0"/>
          </a:p>
        </p:txBody>
      </p:sp>
      <p:sp>
        <p:nvSpPr>
          <p:cNvPr id="18" name="Shape 15"/>
          <p:cNvSpPr/>
          <p:nvPr/>
        </p:nvSpPr>
        <p:spPr>
          <a:xfrm>
            <a:off x="6172200" y="2852928"/>
            <a:ext cx="544068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428232" y="3200400"/>
            <a:ext cx="585216" cy="585216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20" name="Text 17"/>
          <p:cNvSpPr/>
          <p:nvPr/>
        </p:nvSpPr>
        <p:spPr>
          <a:xfrm>
            <a:off x="6428232" y="32004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7223760" y="2944368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one practical candidate as the PRIMARY key</a:t>
            </a:r>
            <a:endParaRPr lang="en-US" dirty="0"/>
          </a:p>
        </p:txBody>
      </p:sp>
      <p:sp>
        <p:nvSpPr>
          <p:cNvPr id="22" name="Shape 19"/>
          <p:cNvSpPr/>
          <p:nvPr/>
        </p:nvSpPr>
        <p:spPr>
          <a:xfrm>
            <a:off x="502920" y="4334256"/>
            <a:ext cx="544068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758952" y="4681728"/>
            <a:ext cx="585216" cy="585216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24" name="Text 21"/>
          <p:cNvSpPr/>
          <p:nvPr/>
        </p:nvSpPr>
        <p:spPr>
          <a:xfrm>
            <a:off x="758952" y="468172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1554480" y="4425696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the remaining candidates as ALTERNATE keys</a:t>
            </a:r>
            <a:endParaRPr lang="en-US" dirty="0"/>
          </a:p>
        </p:txBody>
      </p:sp>
      <p:sp>
        <p:nvSpPr>
          <p:cNvPr id="26" name="Shape 23"/>
          <p:cNvSpPr/>
          <p:nvPr/>
        </p:nvSpPr>
        <p:spPr>
          <a:xfrm>
            <a:off x="6172200" y="4334256"/>
            <a:ext cx="544068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6428232" y="4681728"/>
            <a:ext cx="585216" cy="585216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28" name="Text 25"/>
          <p:cNvSpPr/>
          <p:nvPr/>
        </p:nvSpPr>
        <p:spPr>
          <a:xfrm>
            <a:off x="6428232" y="468172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7223760" y="4425696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attribute pointing at another table? → FOREIGN key</a:t>
            </a:r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1_unpacked/ppt/media/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256032"/>
            <a:ext cx="2240280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56032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Practice 1: Find the Keys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Model | Database Management Systems | K.R. Mangalam University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1475720" y="6419088"/>
            <a:ext cx="411480" cy="329184"/>
          </a:xfrm>
          <a:prstGeom prst="roundRect">
            <a:avLst>
              <a:gd name="adj" fmla="val 22222"/>
            </a:avLst>
          </a:prstGeom>
          <a:solidFill>
            <a:srgbClr val="1F4E7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777240" y="1417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4236135"/>
              </p:ext>
            </p:extLst>
          </p:nvPr>
        </p:nvGraphicFramePr>
        <p:xfrm>
          <a:off x="777240" y="1828800"/>
          <a:ext cx="5120640" cy="1609344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 err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RollNo</a:t>
                      </a:r>
                      <a:endParaRPr lang="en-US" sz="1400" err="1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Email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Phone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Name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101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a@u.edu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9001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Asha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102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r@u.edu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9002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Rahul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103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m@u.edu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9003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Meera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6583680" y="1600200"/>
            <a:ext cx="507492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6858000" y="1746504"/>
            <a:ext cx="530352" cy="530352"/>
          </a:xfrm>
          <a:prstGeom prst="ellipse">
            <a:avLst/>
          </a:prstGeom>
          <a:solidFill>
            <a:srgbClr val="F0A32E"/>
          </a:solidFill>
          <a:ln/>
        </p:spPr>
      </p:sp>
      <p:sp>
        <p:nvSpPr>
          <p:cNvPr id="10" name="Text 6"/>
          <p:cNvSpPr/>
          <p:nvPr/>
        </p:nvSpPr>
        <p:spPr>
          <a:xfrm>
            <a:off x="6858000" y="174650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7589520" y="164592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ALL candidate keys</a:t>
            </a:r>
            <a:endParaRPr lang="en-US" dirty="0"/>
          </a:p>
        </p:txBody>
      </p:sp>
      <p:sp>
        <p:nvSpPr>
          <p:cNvPr id="12" name="Shape 8"/>
          <p:cNvSpPr/>
          <p:nvPr/>
        </p:nvSpPr>
        <p:spPr>
          <a:xfrm>
            <a:off x="6583680" y="2560320"/>
            <a:ext cx="507492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858000" y="2706624"/>
            <a:ext cx="530352" cy="530352"/>
          </a:xfrm>
          <a:prstGeom prst="ellipse">
            <a:avLst/>
          </a:prstGeom>
          <a:solidFill>
            <a:srgbClr val="F0A32E"/>
          </a:solidFill>
          <a:ln/>
        </p:spPr>
      </p:sp>
      <p:sp>
        <p:nvSpPr>
          <p:cNvPr id="14" name="Text 10"/>
          <p:cNvSpPr/>
          <p:nvPr/>
        </p:nvSpPr>
        <p:spPr>
          <a:xfrm>
            <a:off x="6858000" y="270662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7589520" y="260604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primary key</a:t>
            </a:r>
            <a:endParaRPr lang="en-US" dirty="0"/>
          </a:p>
        </p:txBody>
      </p:sp>
      <p:sp>
        <p:nvSpPr>
          <p:cNvPr id="16" name="Shape 12"/>
          <p:cNvSpPr/>
          <p:nvPr/>
        </p:nvSpPr>
        <p:spPr>
          <a:xfrm>
            <a:off x="6583680" y="3520440"/>
            <a:ext cx="507492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858000" y="3666744"/>
            <a:ext cx="530352" cy="530352"/>
          </a:xfrm>
          <a:prstGeom prst="ellipse">
            <a:avLst/>
          </a:prstGeom>
          <a:solidFill>
            <a:srgbClr val="F0A32E"/>
          </a:solidFill>
          <a:ln/>
        </p:spPr>
      </p:sp>
      <p:sp>
        <p:nvSpPr>
          <p:cNvPr id="18" name="Text 14"/>
          <p:cNvSpPr/>
          <p:nvPr/>
        </p:nvSpPr>
        <p:spPr>
          <a:xfrm>
            <a:off x="6858000" y="366674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7589520" y="356616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alternate key(s)</a:t>
            </a:r>
            <a:endParaRPr lang="en-US" dirty="0"/>
          </a:p>
        </p:txBody>
      </p:sp>
      <p:sp>
        <p:nvSpPr>
          <p:cNvPr id="21" name="Shape 17"/>
          <p:cNvSpPr/>
          <p:nvPr/>
        </p:nvSpPr>
        <p:spPr>
          <a:xfrm>
            <a:off x="777240" y="4956048"/>
            <a:ext cx="603504" cy="603504"/>
          </a:xfrm>
          <a:prstGeom prst="ellipse">
            <a:avLst/>
          </a:prstGeom>
          <a:solidFill>
            <a:srgbClr val="1F4E79"/>
          </a:solidFill>
          <a:ln/>
        </p:spPr>
      </p:sp>
      <p:pic>
        <p:nvPicPr>
          <p:cNvPr id="22" name="Image 1" descr="icons/comm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151" y="5112959"/>
            <a:ext cx="289682" cy="28968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600200" y="4828032"/>
            <a:ext cx="9966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in pairs — 3 minutes. Assume the business rule: every student has exactly one email and one phone, both unique. Answers on the next slide.</a:t>
            </a:r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1_unpacked/ppt/media/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256032"/>
            <a:ext cx="2240280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56032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Practice 1: Suggested Answer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Model | Database Management Systems | K.R. Mangalam University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1475720" y="6419088"/>
            <a:ext cx="411480" cy="329184"/>
          </a:xfrm>
          <a:prstGeom prst="roundRect">
            <a:avLst>
              <a:gd name="adj" fmla="val 22222"/>
            </a:avLst>
          </a:prstGeom>
          <a:solidFill>
            <a:srgbClr val="1F4E7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02920" y="1371600"/>
            <a:ext cx="11183112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49808" y="1554480"/>
            <a:ext cx="585216" cy="585216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8" name="Image 1" descr="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964" y="1706636"/>
            <a:ext cx="280904" cy="28090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00200" y="1426464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keys</a:t>
            </a: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4389120" y="1426464"/>
            <a:ext cx="7132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RollNo, Email, Phone — each unique and minimal on its own</a:t>
            </a:r>
            <a:endParaRPr lang="en-US" dirty="0"/>
          </a:p>
        </p:txBody>
      </p:sp>
      <p:sp>
        <p:nvSpPr>
          <p:cNvPr id="11" name="Shape 7"/>
          <p:cNvSpPr/>
          <p:nvPr/>
        </p:nvSpPr>
        <p:spPr>
          <a:xfrm>
            <a:off x="502920" y="2487168"/>
            <a:ext cx="11183112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749808" y="2670048"/>
            <a:ext cx="585216" cy="585216"/>
          </a:xfrm>
          <a:prstGeom prst="ellipse">
            <a:avLst/>
          </a:prstGeom>
          <a:solidFill>
            <a:srgbClr val="1F4E79"/>
          </a:solidFill>
          <a:ln/>
        </p:spPr>
      </p:sp>
      <p:pic>
        <p:nvPicPr>
          <p:cNvPr id="13" name="Image 2" descr="icons/ke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1964" y="2822204"/>
            <a:ext cx="280904" cy="28090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600200" y="2542032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</a:t>
            </a:r>
            <a:endParaRPr lang="en-US" dirty="0"/>
          </a:p>
        </p:txBody>
      </p:sp>
      <p:sp>
        <p:nvSpPr>
          <p:cNvPr id="15" name="Text 10"/>
          <p:cNvSpPr/>
          <p:nvPr/>
        </p:nvSpPr>
        <p:spPr>
          <a:xfrm>
            <a:off x="4389120" y="2542032"/>
            <a:ext cx="7132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RollNo — stable, short, controlled by the university</a:t>
            </a:r>
            <a:endParaRPr lang="en-US" dirty="0"/>
          </a:p>
        </p:txBody>
      </p:sp>
      <p:sp>
        <p:nvSpPr>
          <p:cNvPr id="16" name="Shape 11"/>
          <p:cNvSpPr/>
          <p:nvPr/>
        </p:nvSpPr>
        <p:spPr>
          <a:xfrm>
            <a:off x="502920" y="3602736"/>
            <a:ext cx="11183112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749808" y="3785616"/>
            <a:ext cx="585216" cy="585216"/>
          </a:xfrm>
          <a:prstGeom prst="ellipse">
            <a:avLst/>
          </a:prstGeom>
          <a:solidFill>
            <a:srgbClr val="2E75B6"/>
          </a:solidFill>
          <a:ln/>
        </p:spPr>
      </p:sp>
      <p:pic>
        <p:nvPicPr>
          <p:cNvPr id="18" name="Image 3" descr="icons/tag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1964" y="3937772"/>
            <a:ext cx="280904" cy="28090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600200" y="365760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Alternate keys</a:t>
            </a:r>
            <a:endParaRPr lang="en-US" dirty="0"/>
          </a:p>
        </p:txBody>
      </p:sp>
      <p:sp>
        <p:nvSpPr>
          <p:cNvPr id="20" name="Text 14"/>
          <p:cNvSpPr/>
          <p:nvPr/>
        </p:nvSpPr>
        <p:spPr>
          <a:xfrm>
            <a:off x="4389120" y="3657600"/>
            <a:ext cx="7132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and Phone — kept UNIQUE, but not chosen</a:t>
            </a:r>
            <a:endParaRPr lang="en-US" dirty="0"/>
          </a:p>
        </p:txBody>
      </p:sp>
      <p:sp>
        <p:nvSpPr>
          <p:cNvPr id="21" name="Shape 15"/>
          <p:cNvSpPr/>
          <p:nvPr/>
        </p:nvSpPr>
        <p:spPr>
          <a:xfrm>
            <a:off x="502920" y="4718304"/>
            <a:ext cx="11183112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749808" y="4901184"/>
            <a:ext cx="585216" cy="585216"/>
          </a:xfrm>
          <a:prstGeom prst="ellipse">
            <a:avLst/>
          </a:prstGeom>
          <a:solidFill>
            <a:srgbClr val="B23A48"/>
          </a:solidFill>
          <a:ln/>
        </p:spPr>
      </p:sp>
      <p:pic>
        <p:nvPicPr>
          <p:cNvPr id="23" name="Image 4" descr="icons/war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1964" y="5053340"/>
            <a:ext cx="280904" cy="28090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600200" y="4773168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a key</a:t>
            </a:r>
            <a:endParaRPr lang="en-US" dirty="0"/>
          </a:p>
        </p:txBody>
      </p:sp>
      <p:sp>
        <p:nvSpPr>
          <p:cNvPr id="25" name="Text 18"/>
          <p:cNvSpPr/>
          <p:nvPr/>
        </p:nvSpPr>
        <p:spPr>
          <a:xfrm>
            <a:off x="4389120" y="4773168"/>
            <a:ext cx="7132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— duplicates are guaranteed at scale</a:t>
            </a:r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1_unpacked/ppt/media/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256032"/>
            <a:ext cx="2240280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56032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Practice 2: Composite Keys in ENROLLMENT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Model | Database Management Systems | K.R. Mangalam University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1475720" y="6419088"/>
            <a:ext cx="411480" cy="329184"/>
          </a:xfrm>
          <a:prstGeom prst="roundRect">
            <a:avLst>
              <a:gd name="adj" fmla="val 22222"/>
            </a:avLst>
          </a:prstGeom>
          <a:solidFill>
            <a:srgbClr val="1F4E7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777240" y="1417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</a:t>
            </a:r>
            <a:endParaRPr lang="en-US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7096796"/>
              </p:ext>
            </p:extLst>
          </p:nvPr>
        </p:nvGraphicFramePr>
        <p:xfrm>
          <a:off x="777240" y="1828800"/>
          <a:ext cx="5120640" cy="1609344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 err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RollNo</a:t>
                      </a:r>
                      <a:endParaRPr lang="en-US" sz="1400" err="1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 err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CourseID</a:t>
                      </a:r>
                      <a:endParaRPr lang="en-US" sz="1400" err="1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Semester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Grade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101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DB201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A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101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PY110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B+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102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DB201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A-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6583680" y="1600200"/>
            <a:ext cx="5074920" cy="822960"/>
          </a:xfrm>
          <a:prstGeom prst="roundRect">
            <a:avLst>
              <a:gd name="adj" fmla="val 10000"/>
            </a:avLst>
          </a:prstGeom>
          <a:solidFill>
            <a:srgbClr val="FBF1F2"/>
          </a:solidFill>
          <a:ln w="15875">
            <a:solidFill>
              <a:srgbClr val="E8C6CB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6858000" y="16459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RollNo alone?</a:t>
            </a: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9189720" y="16459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101 appears twice</a:t>
            </a:r>
            <a:endParaRPr lang="en-US" dirty="0"/>
          </a:p>
        </p:txBody>
      </p:sp>
      <p:sp>
        <p:nvSpPr>
          <p:cNvPr id="11" name="Shape 7"/>
          <p:cNvSpPr/>
          <p:nvPr/>
        </p:nvSpPr>
        <p:spPr>
          <a:xfrm>
            <a:off x="6583680" y="2560320"/>
            <a:ext cx="5074920" cy="822960"/>
          </a:xfrm>
          <a:prstGeom prst="roundRect">
            <a:avLst>
              <a:gd name="adj" fmla="val 10000"/>
            </a:avLst>
          </a:prstGeom>
          <a:solidFill>
            <a:srgbClr val="FBF1F2"/>
          </a:solidFill>
          <a:ln w="15875">
            <a:solidFill>
              <a:srgbClr val="E8C6CB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6858000" y="26060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CourseID alone?</a:t>
            </a: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9189720" y="26060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DB201 appears twice</a:t>
            </a:r>
            <a:endParaRPr lang="en-US" dirty="0"/>
          </a:p>
        </p:txBody>
      </p:sp>
      <p:sp>
        <p:nvSpPr>
          <p:cNvPr id="14" name="Shape 10"/>
          <p:cNvSpPr/>
          <p:nvPr/>
        </p:nvSpPr>
        <p:spPr>
          <a:xfrm>
            <a:off x="6583680" y="3520440"/>
            <a:ext cx="5074920" cy="822960"/>
          </a:xfrm>
          <a:prstGeom prst="roundRect">
            <a:avLst>
              <a:gd name="adj" fmla="val 10000"/>
            </a:avLst>
          </a:prstGeom>
          <a:solidFill>
            <a:srgbClr val="F0F7F3"/>
          </a:solidFill>
          <a:ln w="15875">
            <a:solidFill>
              <a:srgbClr val="C4DEC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6858000" y="35661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 RollNo, CourseID }?</a:t>
            </a: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9189720" y="35661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every pair is unique here</a:t>
            </a:r>
            <a:endParaRPr lang="en-US" dirty="0"/>
          </a:p>
        </p:txBody>
      </p:sp>
      <p:sp>
        <p:nvSpPr>
          <p:cNvPr id="18" name="Shape 14"/>
          <p:cNvSpPr/>
          <p:nvPr/>
        </p:nvSpPr>
        <p:spPr>
          <a:xfrm>
            <a:off x="777240" y="4956048"/>
            <a:ext cx="603504" cy="603504"/>
          </a:xfrm>
          <a:prstGeom prst="ellipse">
            <a:avLst/>
          </a:prstGeom>
          <a:solidFill>
            <a:srgbClr val="B23A48"/>
          </a:solidFill>
          <a:ln/>
        </p:spPr>
      </p:sp>
      <p:pic>
        <p:nvPicPr>
          <p:cNvPr id="19" name="Image 1" descr="icons/fil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151" y="5112959"/>
            <a:ext cx="289682" cy="28968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00200" y="4828032"/>
            <a:ext cx="9966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keys run the internet: Netflix’s watch-history key is (profile_id, content_id, timestamp); GitHub stars use (user_id, repo_id). Two columns together, unique as one.</a:t>
            </a:r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1_unpacked/ppt/media/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256032"/>
            <a:ext cx="2240280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56032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You Meet These Keys Every Day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Model | Database Management Systems | K.R. Mangalam University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1475720" y="6419088"/>
            <a:ext cx="411480" cy="329184"/>
          </a:xfrm>
          <a:prstGeom prst="roundRect">
            <a:avLst>
              <a:gd name="adj" fmla="val 22222"/>
            </a:avLst>
          </a:prstGeom>
          <a:solidFill>
            <a:srgbClr val="1F4E7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777240" y="1618488"/>
            <a:ext cx="658368" cy="658368"/>
          </a:xfrm>
          <a:prstGeom prst="ellipse">
            <a:avLst/>
          </a:prstGeom>
          <a:solidFill>
            <a:srgbClr val="2E75B6"/>
          </a:solidFill>
          <a:ln/>
        </p:spPr>
      </p:sp>
      <p:pic>
        <p:nvPicPr>
          <p:cNvPr id="8" name="Image 1" descr="icons/build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416" y="1789664"/>
            <a:ext cx="316017" cy="31601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45920" y="16916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(HDFC / SBI)</a:t>
            </a:r>
            <a:endParaRPr lang="en-US" dirty="0"/>
          </a:p>
        </p:txBody>
      </p:sp>
      <p:sp>
        <p:nvSpPr>
          <p:cNvPr id="12" name="Shape 8"/>
          <p:cNvSpPr/>
          <p:nvPr/>
        </p:nvSpPr>
        <p:spPr>
          <a:xfrm>
            <a:off x="6446520" y="1618488"/>
            <a:ext cx="658368" cy="658368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13" name="Image 2" descr="icons/hospit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7696" y="1789664"/>
            <a:ext cx="316017" cy="31601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315200" y="16916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(Practo / ABHA)</a:t>
            </a:r>
            <a:endParaRPr lang="en-US" dirty="0"/>
          </a:p>
        </p:txBody>
      </p:sp>
      <p:sp>
        <p:nvSpPr>
          <p:cNvPr id="17" name="Shape 12"/>
          <p:cNvSpPr/>
          <p:nvPr/>
        </p:nvSpPr>
        <p:spPr>
          <a:xfrm>
            <a:off x="777240" y="4041648"/>
            <a:ext cx="658368" cy="658368"/>
          </a:xfrm>
          <a:prstGeom prst="ellipse">
            <a:avLst/>
          </a:prstGeom>
          <a:solidFill>
            <a:srgbClr val="F0A32E"/>
          </a:solidFill>
          <a:ln/>
        </p:spPr>
      </p:sp>
      <p:pic>
        <p:nvPicPr>
          <p:cNvPr id="18" name="Image 3" descr="icons/car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8416" y="4212824"/>
            <a:ext cx="316017" cy="316017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645920" y="41148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(Amazon / Flipkart)</a:t>
            </a:r>
            <a:endParaRPr lang="en-US" dirty="0"/>
          </a:p>
        </p:txBody>
      </p:sp>
      <p:sp>
        <p:nvSpPr>
          <p:cNvPr id="22" name="Shape 16"/>
          <p:cNvSpPr/>
          <p:nvPr/>
        </p:nvSpPr>
        <p:spPr>
          <a:xfrm>
            <a:off x="6446520" y="4041648"/>
            <a:ext cx="658368" cy="658368"/>
          </a:xfrm>
          <a:prstGeom prst="ellipse">
            <a:avLst/>
          </a:prstGeom>
          <a:solidFill>
            <a:srgbClr val="B23A48"/>
          </a:solidFill>
          <a:ln/>
        </p:spPr>
      </p:sp>
      <p:pic>
        <p:nvPicPr>
          <p:cNvPr id="23" name="Image 4" descr="icons/gra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7696" y="4212824"/>
            <a:ext cx="316017" cy="316017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315200" y="41148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ERP</a:t>
            </a:r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1_unpacked/ppt/media/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256032"/>
            <a:ext cx="2240280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56032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Mistakes and Quick Fixes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Model | Database Management Systems | K.R. Mangalam University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1475720" y="6419088"/>
            <a:ext cx="411480" cy="329184"/>
          </a:xfrm>
          <a:prstGeom prst="roundRect">
            <a:avLst>
              <a:gd name="adj" fmla="val 22222"/>
            </a:avLst>
          </a:prstGeom>
          <a:solidFill>
            <a:srgbClr val="1F4E7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02920" y="1234440"/>
            <a:ext cx="5806440" cy="841248"/>
          </a:xfrm>
          <a:prstGeom prst="roundRect">
            <a:avLst>
              <a:gd name="adj" fmla="val 9783"/>
            </a:avLst>
          </a:prstGeom>
          <a:solidFill>
            <a:srgbClr val="FBF1F2"/>
          </a:solidFill>
          <a:ln w="15875">
            <a:solidFill>
              <a:srgbClr val="E8C6CB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85800" y="1380744"/>
            <a:ext cx="530352" cy="530352"/>
          </a:xfrm>
          <a:prstGeom prst="ellipse">
            <a:avLst/>
          </a:prstGeom>
          <a:solidFill>
            <a:srgbClr val="B23A48"/>
          </a:solidFill>
          <a:ln/>
        </p:spPr>
      </p:sp>
      <p:pic>
        <p:nvPicPr>
          <p:cNvPr id="8" name="Image 1" descr="icons/war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692" y="1518636"/>
            <a:ext cx="254569" cy="25456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71600" y="1307592"/>
            <a:ext cx="4800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“Every unique-looking column should be the primary key”</a:t>
            </a:r>
            <a:endParaRPr lang="en-US" dirty="0"/>
          </a:p>
        </p:txBody>
      </p:sp>
      <p:sp>
        <p:nvSpPr>
          <p:cNvPr id="10" name="Shape 6"/>
          <p:cNvSpPr/>
          <p:nvPr/>
        </p:nvSpPr>
        <p:spPr>
          <a:xfrm>
            <a:off x="6537960" y="1234440"/>
            <a:ext cx="5148072" cy="841248"/>
          </a:xfrm>
          <a:prstGeom prst="roundRect">
            <a:avLst>
              <a:gd name="adj" fmla="val 9783"/>
            </a:avLst>
          </a:prstGeom>
          <a:solidFill>
            <a:srgbClr val="F0F7F3"/>
          </a:solidFill>
          <a:ln w="15875">
            <a:solidFill>
              <a:srgbClr val="C4DEC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720840" y="1380744"/>
            <a:ext cx="530352" cy="530352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12" name="Image 2" descr="icons/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732" y="1518636"/>
            <a:ext cx="254569" cy="254569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406640" y="1307592"/>
            <a:ext cx="4160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 stable candidate; keep the rest as alternates</a:t>
            </a:r>
            <a:endParaRPr lang="en-US" dirty="0"/>
          </a:p>
        </p:txBody>
      </p:sp>
      <p:sp>
        <p:nvSpPr>
          <p:cNvPr id="14" name="Shape 9"/>
          <p:cNvSpPr/>
          <p:nvPr/>
        </p:nvSpPr>
        <p:spPr>
          <a:xfrm>
            <a:off x="502920" y="2203704"/>
            <a:ext cx="5806440" cy="841248"/>
          </a:xfrm>
          <a:prstGeom prst="roundRect">
            <a:avLst>
              <a:gd name="adj" fmla="val 9783"/>
            </a:avLst>
          </a:prstGeom>
          <a:solidFill>
            <a:srgbClr val="FBF1F2"/>
          </a:solidFill>
          <a:ln w="15875">
            <a:solidFill>
              <a:srgbClr val="E8C6CB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685800" y="2350008"/>
            <a:ext cx="530352" cy="530352"/>
          </a:xfrm>
          <a:prstGeom prst="ellipse">
            <a:avLst/>
          </a:prstGeom>
          <a:solidFill>
            <a:srgbClr val="B23A48"/>
          </a:solidFill>
          <a:ln/>
        </p:spPr>
      </p:sp>
      <p:pic>
        <p:nvPicPr>
          <p:cNvPr id="16" name="Image 3" descr="icons/war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692" y="2487900"/>
            <a:ext cx="254569" cy="254569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371600" y="2276856"/>
            <a:ext cx="4800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“Foreign keys must also be unique”</a:t>
            </a:r>
            <a:endParaRPr lang="en-US" dirty="0"/>
          </a:p>
        </p:txBody>
      </p:sp>
      <p:sp>
        <p:nvSpPr>
          <p:cNvPr id="18" name="Shape 12"/>
          <p:cNvSpPr/>
          <p:nvPr/>
        </p:nvSpPr>
        <p:spPr>
          <a:xfrm>
            <a:off x="6537960" y="2203704"/>
            <a:ext cx="5148072" cy="841248"/>
          </a:xfrm>
          <a:prstGeom prst="roundRect">
            <a:avLst>
              <a:gd name="adj" fmla="val 9783"/>
            </a:avLst>
          </a:prstGeom>
          <a:solidFill>
            <a:srgbClr val="F0F7F3"/>
          </a:solidFill>
          <a:ln w="15875">
            <a:solidFill>
              <a:srgbClr val="C4DEC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720840" y="2350008"/>
            <a:ext cx="530352" cy="530352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20" name="Image 4" descr="icons/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732" y="2487900"/>
            <a:ext cx="254569" cy="254569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406640" y="2276856"/>
            <a:ext cx="4160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CSE repeats across many students, and that’s the point</a:t>
            </a:r>
            <a:endParaRPr lang="en-US" dirty="0"/>
          </a:p>
        </p:txBody>
      </p:sp>
      <p:sp>
        <p:nvSpPr>
          <p:cNvPr id="22" name="Shape 15"/>
          <p:cNvSpPr/>
          <p:nvPr/>
        </p:nvSpPr>
        <p:spPr>
          <a:xfrm>
            <a:off x="502920" y="3172968"/>
            <a:ext cx="5806440" cy="841248"/>
          </a:xfrm>
          <a:prstGeom prst="roundRect">
            <a:avLst>
              <a:gd name="adj" fmla="val 9783"/>
            </a:avLst>
          </a:prstGeom>
          <a:solidFill>
            <a:srgbClr val="FBF1F2"/>
          </a:solidFill>
          <a:ln w="15875">
            <a:solidFill>
              <a:srgbClr val="E8C6CB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685800" y="3319272"/>
            <a:ext cx="530352" cy="530352"/>
          </a:xfrm>
          <a:prstGeom prst="ellipse">
            <a:avLst/>
          </a:prstGeom>
          <a:solidFill>
            <a:srgbClr val="B23A48"/>
          </a:solidFill>
          <a:ln/>
        </p:spPr>
      </p:sp>
      <p:pic>
        <p:nvPicPr>
          <p:cNvPr id="24" name="Image 5" descr="icons/war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692" y="3457164"/>
            <a:ext cx="254569" cy="254569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371600" y="3246120"/>
            <a:ext cx="4800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“Any unique set is a candidate key”</a:t>
            </a:r>
            <a:endParaRPr lang="en-US" dirty="0"/>
          </a:p>
        </p:txBody>
      </p:sp>
      <p:sp>
        <p:nvSpPr>
          <p:cNvPr id="26" name="Shape 18"/>
          <p:cNvSpPr/>
          <p:nvPr/>
        </p:nvSpPr>
        <p:spPr>
          <a:xfrm>
            <a:off x="6537960" y="3172968"/>
            <a:ext cx="5148072" cy="841248"/>
          </a:xfrm>
          <a:prstGeom prst="roundRect">
            <a:avLst>
              <a:gd name="adj" fmla="val 9783"/>
            </a:avLst>
          </a:prstGeom>
          <a:solidFill>
            <a:srgbClr val="F0F7F3"/>
          </a:solidFill>
          <a:ln w="15875">
            <a:solidFill>
              <a:srgbClr val="C4DEC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6720840" y="3319272"/>
            <a:ext cx="530352" cy="530352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28" name="Image 6" descr="icons/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732" y="3457164"/>
            <a:ext cx="254569" cy="254569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7406640" y="3246120"/>
            <a:ext cx="4160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 must be MINIMAL — drop the extra columns first</a:t>
            </a:r>
            <a:endParaRPr lang="en-US" dirty="0"/>
          </a:p>
        </p:txBody>
      </p:sp>
      <p:sp>
        <p:nvSpPr>
          <p:cNvPr id="30" name="Shape 21"/>
          <p:cNvSpPr/>
          <p:nvPr/>
        </p:nvSpPr>
        <p:spPr>
          <a:xfrm>
            <a:off x="502920" y="4142232"/>
            <a:ext cx="5806440" cy="841248"/>
          </a:xfrm>
          <a:prstGeom prst="roundRect">
            <a:avLst>
              <a:gd name="adj" fmla="val 9783"/>
            </a:avLst>
          </a:prstGeom>
          <a:solidFill>
            <a:srgbClr val="FBF1F2"/>
          </a:solidFill>
          <a:ln w="15875">
            <a:solidFill>
              <a:srgbClr val="E8C6CB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685800" y="4288536"/>
            <a:ext cx="530352" cy="530352"/>
          </a:xfrm>
          <a:prstGeom prst="ellipse">
            <a:avLst/>
          </a:prstGeom>
          <a:solidFill>
            <a:srgbClr val="B23A48"/>
          </a:solidFill>
          <a:ln/>
        </p:spPr>
      </p:sp>
      <p:pic>
        <p:nvPicPr>
          <p:cNvPr id="32" name="Image 7" descr="icons/war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692" y="4426428"/>
            <a:ext cx="254569" cy="254569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1371600" y="4215384"/>
            <a:ext cx="4800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long, unstable attributes (email, name) as PK</a:t>
            </a:r>
            <a:endParaRPr lang="en-US" dirty="0"/>
          </a:p>
        </p:txBody>
      </p:sp>
      <p:sp>
        <p:nvSpPr>
          <p:cNvPr id="34" name="Shape 24"/>
          <p:cNvSpPr/>
          <p:nvPr/>
        </p:nvSpPr>
        <p:spPr>
          <a:xfrm>
            <a:off x="6537960" y="4142232"/>
            <a:ext cx="5148072" cy="841248"/>
          </a:xfrm>
          <a:prstGeom prst="roundRect">
            <a:avLst>
              <a:gd name="adj" fmla="val 9783"/>
            </a:avLst>
          </a:prstGeom>
          <a:solidFill>
            <a:srgbClr val="F0F7F3"/>
          </a:solidFill>
          <a:ln w="15875">
            <a:solidFill>
              <a:srgbClr val="C4DEC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6720840" y="4288536"/>
            <a:ext cx="530352" cy="530352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36" name="Image 8" descr="icons/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732" y="4426428"/>
            <a:ext cx="254569" cy="254569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7406640" y="4215384"/>
            <a:ext cx="4160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short, permanent, company-controlled IDs</a:t>
            </a:r>
            <a:endParaRPr lang="en-US" dirty="0"/>
          </a:p>
        </p:txBody>
      </p:sp>
      <p:sp>
        <p:nvSpPr>
          <p:cNvPr id="38" name="Shape 27"/>
          <p:cNvSpPr/>
          <p:nvPr/>
        </p:nvSpPr>
        <p:spPr>
          <a:xfrm>
            <a:off x="502920" y="5111496"/>
            <a:ext cx="5806440" cy="841248"/>
          </a:xfrm>
          <a:prstGeom prst="roundRect">
            <a:avLst>
              <a:gd name="adj" fmla="val 9783"/>
            </a:avLst>
          </a:prstGeom>
          <a:solidFill>
            <a:srgbClr val="FBF1F2"/>
          </a:solidFill>
          <a:ln w="15875">
            <a:solidFill>
              <a:srgbClr val="E8C6CB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39" name="Shape 28"/>
          <p:cNvSpPr/>
          <p:nvPr/>
        </p:nvSpPr>
        <p:spPr>
          <a:xfrm>
            <a:off x="685800" y="5257800"/>
            <a:ext cx="530352" cy="530352"/>
          </a:xfrm>
          <a:prstGeom prst="ellipse">
            <a:avLst/>
          </a:prstGeom>
          <a:solidFill>
            <a:srgbClr val="B23A48"/>
          </a:solidFill>
          <a:ln/>
        </p:spPr>
      </p:sp>
      <p:pic>
        <p:nvPicPr>
          <p:cNvPr id="40" name="Image 9" descr="icons/war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692" y="5395692"/>
            <a:ext cx="254569" cy="254569"/>
          </a:xfrm>
          <a:prstGeom prst="rect">
            <a:avLst/>
          </a:prstGeom>
        </p:spPr>
      </p:pic>
      <p:sp>
        <p:nvSpPr>
          <p:cNvPr id="41" name="Text 29"/>
          <p:cNvSpPr/>
          <p:nvPr/>
        </p:nvSpPr>
        <p:spPr>
          <a:xfrm>
            <a:off x="1371600" y="5184648"/>
            <a:ext cx="4800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primary key can be NULL sometimes”</a:t>
            </a:r>
            <a:endParaRPr lang="en-US" dirty="0"/>
          </a:p>
        </p:txBody>
      </p:sp>
      <p:sp>
        <p:nvSpPr>
          <p:cNvPr id="42" name="Shape 30"/>
          <p:cNvSpPr/>
          <p:nvPr/>
        </p:nvSpPr>
        <p:spPr>
          <a:xfrm>
            <a:off x="6537960" y="5111496"/>
            <a:ext cx="5148072" cy="841248"/>
          </a:xfrm>
          <a:prstGeom prst="roundRect">
            <a:avLst>
              <a:gd name="adj" fmla="val 9783"/>
            </a:avLst>
          </a:prstGeom>
          <a:solidFill>
            <a:srgbClr val="F0F7F3"/>
          </a:solidFill>
          <a:ln w="15875">
            <a:solidFill>
              <a:srgbClr val="C4DEC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43" name="Shape 31"/>
          <p:cNvSpPr/>
          <p:nvPr/>
        </p:nvSpPr>
        <p:spPr>
          <a:xfrm>
            <a:off x="6720840" y="5257800"/>
            <a:ext cx="530352" cy="530352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44" name="Image 10" descr="icons/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732" y="5395692"/>
            <a:ext cx="254569" cy="254569"/>
          </a:xfrm>
          <a:prstGeom prst="rect">
            <a:avLst/>
          </a:prstGeom>
        </p:spPr>
      </p:pic>
      <p:sp>
        <p:nvSpPr>
          <p:cNvPr id="45" name="Text 32"/>
          <p:cNvSpPr/>
          <p:nvPr/>
        </p:nvSpPr>
        <p:spPr>
          <a:xfrm>
            <a:off x="7406640" y="5184648"/>
            <a:ext cx="4160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— NULL means “cannot identify this row”</a:t>
            </a:r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1_unpacked/ppt/media/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256032"/>
            <a:ext cx="2240280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56032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Quiz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Model | Database Management Systems | K.R. Mangalam University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1475720" y="6419088"/>
            <a:ext cx="411480" cy="329184"/>
          </a:xfrm>
          <a:prstGeom prst="roundRect">
            <a:avLst>
              <a:gd name="adj" fmla="val 22222"/>
            </a:avLst>
          </a:prstGeom>
          <a:solidFill>
            <a:srgbClr val="1F4E7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02920" y="1325880"/>
            <a:ext cx="6949440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77240" y="158191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1463040" y="137160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Is every candidate key a super key?</a:t>
            </a: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7726680" y="1325880"/>
            <a:ext cx="3931920" cy="1005840"/>
          </a:xfrm>
          <a:prstGeom prst="roundRect">
            <a:avLst>
              <a:gd name="adj" fmla="val 8182"/>
            </a:avLst>
          </a:prstGeom>
          <a:solidFill>
            <a:srgbClr val="F0F7F3"/>
          </a:solidFill>
          <a:ln w="15875">
            <a:solidFill>
              <a:srgbClr val="C4DEC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955280" y="137160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Yes — minimality is extra, uniqueness is shared</a:t>
            </a:r>
            <a:endParaRPr lang="en-US" dirty="0"/>
          </a:p>
        </p:txBody>
      </p:sp>
      <p:sp>
        <p:nvSpPr>
          <p:cNvPr id="11" name="Shape 8"/>
          <p:cNvSpPr/>
          <p:nvPr/>
        </p:nvSpPr>
        <p:spPr>
          <a:xfrm>
            <a:off x="502920" y="2496312"/>
            <a:ext cx="6949440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77240" y="2752344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1463040" y="2542032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Can a table have more than one alternate key?</a:t>
            </a:r>
            <a:endParaRPr lang="en-US" dirty="0"/>
          </a:p>
        </p:txBody>
      </p:sp>
      <p:sp>
        <p:nvSpPr>
          <p:cNvPr id="14" name="Shape 11"/>
          <p:cNvSpPr/>
          <p:nvPr/>
        </p:nvSpPr>
        <p:spPr>
          <a:xfrm>
            <a:off x="7726680" y="2496312"/>
            <a:ext cx="3931920" cy="1005840"/>
          </a:xfrm>
          <a:prstGeom prst="roundRect">
            <a:avLst>
              <a:gd name="adj" fmla="val 8182"/>
            </a:avLst>
          </a:prstGeom>
          <a:solidFill>
            <a:srgbClr val="F0F7F3"/>
          </a:solidFill>
          <a:ln w="15875">
            <a:solidFill>
              <a:srgbClr val="C4DEC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7955280" y="2542032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Yes — every unchosen candidate becomes one</a:t>
            </a:r>
            <a:endParaRPr lang="en-US" dirty="0"/>
          </a:p>
        </p:txBody>
      </p:sp>
      <p:sp>
        <p:nvSpPr>
          <p:cNvPr id="16" name="Shape 13"/>
          <p:cNvSpPr/>
          <p:nvPr/>
        </p:nvSpPr>
        <p:spPr>
          <a:xfrm>
            <a:off x="502920" y="3666744"/>
            <a:ext cx="6949440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777240" y="3922776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1463040" y="3712464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Can a foreign key contain repeated values?</a:t>
            </a:r>
            <a:endParaRPr lang="en-US" dirty="0"/>
          </a:p>
        </p:txBody>
      </p:sp>
      <p:sp>
        <p:nvSpPr>
          <p:cNvPr id="19" name="Shape 16"/>
          <p:cNvSpPr/>
          <p:nvPr/>
        </p:nvSpPr>
        <p:spPr>
          <a:xfrm>
            <a:off x="7726680" y="3666744"/>
            <a:ext cx="3931920" cy="1005840"/>
          </a:xfrm>
          <a:prstGeom prst="roundRect">
            <a:avLst>
              <a:gd name="adj" fmla="val 8182"/>
            </a:avLst>
          </a:prstGeom>
          <a:solidFill>
            <a:srgbClr val="F0F7F3"/>
          </a:solidFill>
          <a:ln w="15875">
            <a:solidFill>
              <a:srgbClr val="C4DEC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7955280" y="3712464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Yes — many students share DeptID = CSE</a:t>
            </a:r>
            <a:endParaRPr lang="en-US" dirty="0"/>
          </a:p>
        </p:txBody>
      </p:sp>
      <p:sp>
        <p:nvSpPr>
          <p:cNvPr id="21" name="Shape 18"/>
          <p:cNvSpPr/>
          <p:nvPr/>
        </p:nvSpPr>
        <p:spPr>
          <a:xfrm>
            <a:off x="502920" y="4837176"/>
            <a:ext cx="6949440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777240" y="5093208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1463040" y="4882896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Why is Name usually a poor primary key?</a:t>
            </a:r>
            <a:endParaRPr lang="en-US" dirty="0"/>
          </a:p>
        </p:txBody>
      </p:sp>
      <p:sp>
        <p:nvSpPr>
          <p:cNvPr id="24" name="Shape 21"/>
          <p:cNvSpPr/>
          <p:nvPr/>
        </p:nvSpPr>
        <p:spPr>
          <a:xfrm>
            <a:off x="7726680" y="4837176"/>
            <a:ext cx="3931920" cy="1005840"/>
          </a:xfrm>
          <a:prstGeom prst="roundRect">
            <a:avLst>
              <a:gd name="adj" fmla="val 8182"/>
            </a:avLst>
          </a:prstGeom>
          <a:solidFill>
            <a:srgbClr val="F0F7F3"/>
          </a:solidFill>
          <a:ln w="15875">
            <a:solidFill>
              <a:srgbClr val="C4DEC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7955280" y="4882896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It may repeat and it may change</a:t>
            </a:r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1_unpacked/ppt/media/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256032"/>
            <a:ext cx="2240280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56032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Ticket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Model | Database Management Systems | K.R. Mangalam University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1475720" y="6419088"/>
            <a:ext cx="411480" cy="329184"/>
          </a:xfrm>
          <a:prstGeom prst="roundRect">
            <a:avLst>
              <a:gd name="adj" fmla="val 22222"/>
            </a:avLst>
          </a:prstGeom>
          <a:solidFill>
            <a:srgbClr val="1F4E7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1371600" y="1828800"/>
            <a:ext cx="9445752" cy="2011680"/>
          </a:xfrm>
          <a:prstGeom prst="roundRect">
            <a:avLst>
              <a:gd name="adj" fmla="val 4091"/>
            </a:avLst>
          </a:prstGeom>
          <a:solidFill>
            <a:srgbClr val="F4F7FB"/>
          </a:solidFill>
          <a:ln w="15875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691640" y="2148840"/>
            <a:ext cx="685800" cy="685800"/>
          </a:xfrm>
          <a:prstGeom prst="ellipse">
            <a:avLst/>
          </a:prstGeom>
          <a:solidFill>
            <a:srgbClr val="F0A32E"/>
          </a:solidFill>
          <a:ln/>
        </p:spPr>
      </p:sp>
      <p:pic>
        <p:nvPicPr>
          <p:cNvPr id="8" name="Image 1" descr="icons/tick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9948" y="2327148"/>
            <a:ext cx="329184" cy="32918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651760" y="1965960"/>
            <a:ext cx="7863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ONE example of a foreign key from a real app you use —</a:t>
            </a: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child table, the FK column, and the parent table it points to.</a:t>
            </a:r>
            <a:endParaRPr lang="en-US" dirty="0"/>
          </a:p>
        </p:txBody>
      </p:sp>
      <p:sp>
        <p:nvSpPr>
          <p:cNvPr id="10" name="Shape 6"/>
          <p:cNvSpPr/>
          <p:nvPr/>
        </p:nvSpPr>
        <p:spPr>
          <a:xfrm>
            <a:off x="777240" y="4297680"/>
            <a:ext cx="3383280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1005840" y="446227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</a:t>
            </a: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1005840" y="480060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playlist_songs.playlist_id → playlists</a:t>
            </a:r>
            <a:endParaRPr lang="en-US" dirty="0"/>
          </a:p>
        </p:txBody>
      </p:sp>
      <p:sp>
        <p:nvSpPr>
          <p:cNvPr id="13" name="Shape 9"/>
          <p:cNvSpPr/>
          <p:nvPr/>
        </p:nvSpPr>
        <p:spPr>
          <a:xfrm>
            <a:off x="4434840" y="4297680"/>
            <a:ext cx="3383280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4663440" y="446227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Zomato</a:t>
            </a: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4663440" y="480060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orders.restaurant_id → restaurants</a:t>
            </a:r>
            <a:endParaRPr lang="en-US" dirty="0"/>
          </a:p>
        </p:txBody>
      </p:sp>
      <p:sp>
        <p:nvSpPr>
          <p:cNvPr id="16" name="Shape 12"/>
          <p:cNvSpPr/>
          <p:nvPr/>
        </p:nvSpPr>
        <p:spPr>
          <a:xfrm>
            <a:off x="8092440" y="4297680"/>
            <a:ext cx="3383280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8321040" y="446227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</a:t>
            </a: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8321040" y="480060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comments.post_id → posts</a:t>
            </a:r>
            <a:endParaRPr 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1_unpacked/ppt/media/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256032"/>
            <a:ext cx="2240280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56032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Model | Database Management Systems | K.R. Mangalam University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1475720" y="6419088"/>
            <a:ext cx="411480" cy="329184"/>
          </a:xfrm>
          <a:prstGeom prst="roundRect">
            <a:avLst>
              <a:gd name="adj" fmla="val 22222"/>
            </a:avLst>
          </a:prstGeom>
          <a:solidFill>
            <a:srgbClr val="1F4E7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02920" y="1280160"/>
            <a:ext cx="11183112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31520" y="1408176"/>
            <a:ext cx="585216" cy="585216"/>
          </a:xfrm>
          <a:prstGeom prst="ellipse">
            <a:avLst/>
          </a:prstGeom>
          <a:solidFill>
            <a:srgbClr val="64748B"/>
          </a:solidFill>
          <a:ln/>
        </p:spPr>
      </p:sp>
      <p:pic>
        <p:nvPicPr>
          <p:cNvPr id="8" name="Image 1" descr="icons/clip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676" y="1560332"/>
            <a:ext cx="280904" cy="28090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54480" y="1353312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Key</a:t>
            </a: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4389120" y="1353312"/>
            <a:ext cx="7132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unique set of columns</a:t>
            </a:r>
            <a:endParaRPr lang="en-US" dirty="0"/>
          </a:p>
        </p:txBody>
      </p:sp>
      <p:sp>
        <p:nvSpPr>
          <p:cNvPr id="11" name="Shape 7"/>
          <p:cNvSpPr/>
          <p:nvPr/>
        </p:nvSpPr>
        <p:spPr>
          <a:xfrm>
            <a:off x="502920" y="2240280"/>
            <a:ext cx="11183112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731520" y="2368296"/>
            <a:ext cx="585216" cy="585216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13" name="Image 2" descr="icons/searc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3676" y="2520452"/>
            <a:ext cx="280904" cy="28090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54480" y="2313432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Key</a:t>
            </a:r>
            <a:endParaRPr lang="en-US" dirty="0"/>
          </a:p>
        </p:txBody>
      </p:sp>
      <p:sp>
        <p:nvSpPr>
          <p:cNvPr id="15" name="Text 10"/>
          <p:cNvSpPr/>
          <p:nvPr/>
        </p:nvSpPr>
        <p:spPr>
          <a:xfrm>
            <a:off x="4389120" y="2313432"/>
            <a:ext cx="7132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super key</a:t>
            </a:r>
            <a:endParaRPr lang="en-US" dirty="0"/>
          </a:p>
        </p:txBody>
      </p:sp>
      <p:sp>
        <p:nvSpPr>
          <p:cNvPr id="16" name="Shape 11"/>
          <p:cNvSpPr/>
          <p:nvPr/>
        </p:nvSpPr>
        <p:spPr>
          <a:xfrm>
            <a:off x="502920" y="3200400"/>
            <a:ext cx="11183112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731520" y="3328416"/>
            <a:ext cx="585216" cy="585216"/>
          </a:xfrm>
          <a:prstGeom prst="ellipse">
            <a:avLst/>
          </a:prstGeom>
          <a:solidFill>
            <a:srgbClr val="1F4E79"/>
          </a:solidFill>
          <a:ln/>
        </p:spPr>
      </p:sp>
      <p:pic>
        <p:nvPicPr>
          <p:cNvPr id="18" name="Image 3" descr="icons/ke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3676" y="3480572"/>
            <a:ext cx="280904" cy="28090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554480" y="3273552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</a:t>
            </a:r>
            <a:endParaRPr lang="en-US" dirty="0"/>
          </a:p>
        </p:txBody>
      </p:sp>
      <p:sp>
        <p:nvSpPr>
          <p:cNvPr id="20" name="Text 14"/>
          <p:cNvSpPr/>
          <p:nvPr/>
        </p:nvSpPr>
        <p:spPr>
          <a:xfrm>
            <a:off x="4389120" y="3273552"/>
            <a:ext cx="7132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chosen candidate — unique, non-null, stable</a:t>
            </a:r>
            <a:endParaRPr lang="en-US" dirty="0"/>
          </a:p>
        </p:txBody>
      </p:sp>
      <p:sp>
        <p:nvSpPr>
          <p:cNvPr id="21" name="Shape 15"/>
          <p:cNvSpPr/>
          <p:nvPr/>
        </p:nvSpPr>
        <p:spPr>
          <a:xfrm>
            <a:off x="502920" y="4160520"/>
            <a:ext cx="11183112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731520" y="4288536"/>
            <a:ext cx="585216" cy="585216"/>
          </a:xfrm>
          <a:prstGeom prst="ellipse">
            <a:avLst/>
          </a:prstGeom>
          <a:solidFill>
            <a:srgbClr val="2E75B6"/>
          </a:solidFill>
          <a:ln/>
        </p:spPr>
      </p:sp>
      <p:pic>
        <p:nvPicPr>
          <p:cNvPr id="23" name="Image 4" descr="icons/tag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3676" y="4440692"/>
            <a:ext cx="280904" cy="28090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554480" y="4233672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Alternate Key</a:t>
            </a:r>
            <a:endParaRPr lang="en-US" dirty="0"/>
          </a:p>
        </p:txBody>
      </p:sp>
      <p:sp>
        <p:nvSpPr>
          <p:cNvPr id="25" name="Text 18"/>
          <p:cNvSpPr/>
          <p:nvPr/>
        </p:nvSpPr>
        <p:spPr>
          <a:xfrm>
            <a:off x="4389120" y="4233672"/>
            <a:ext cx="7132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unchosen candidate, still UNIQUE</a:t>
            </a:r>
            <a:endParaRPr lang="en-US" dirty="0"/>
          </a:p>
        </p:txBody>
      </p:sp>
      <p:sp>
        <p:nvSpPr>
          <p:cNvPr id="26" name="Shape 19"/>
          <p:cNvSpPr/>
          <p:nvPr/>
        </p:nvSpPr>
        <p:spPr>
          <a:xfrm>
            <a:off x="502920" y="5120640"/>
            <a:ext cx="11183112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731520" y="5248656"/>
            <a:ext cx="585216" cy="585216"/>
          </a:xfrm>
          <a:prstGeom prst="ellipse">
            <a:avLst/>
          </a:prstGeom>
          <a:solidFill>
            <a:srgbClr val="F0A32E"/>
          </a:solidFill>
          <a:ln/>
        </p:spPr>
      </p:sp>
      <p:pic>
        <p:nvPicPr>
          <p:cNvPr id="28" name="Image 5" descr="icons/lin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3676" y="5400812"/>
            <a:ext cx="280904" cy="280904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1554480" y="5193792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</a:t>
            </a:r>
            <a:endParaRPr lang="en-US" dirty="0"/>
          </a:p>
        </p:txBody>
      </p:sp>
      <p:sp>
        <p:nvSpPr>
          <p:cNvPr id="30" name="Text 22"/>
          <p:cNvSpPr/>
          <p:nvPr/>
        </p:nvSpPr>
        <p:spPr>
          <a:xfrm>
            <a:off x="4389120" y="5193792"/>
            <a:ext cx="7132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to another table — the glue of the relational model</a:t>
            </a:r>
            <a:endParaRPr 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0060AA"/>
          </a:solidFill>
          <a:ln/>
        </p:spPr>
      </p:sp>
      <p:pic>
        <p:nvPicPr>
          <p:cNvPr id="3" name="Image 0" descr="assets/krm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9488" y="237744"/>
            <a:ext cx="1737360" cy="25054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41248" y="5486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References — Text Books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841248" y="1874520"/>
            <a:ext cx="10515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874520"/>
            <a:ext cx="109728" cy="914400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8" name="Text 5"/>
          <p:cNvSpPr/>
          <p:nvPr/>
        </p:nvSpPr>
        <p:spPr>
          <a:xfrm>
            <a:off x="1207008" y="1965960"/>
            <a:ext cx="7223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Database System Concepts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1207008" y="2276856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Silberschatz, H. F. Korth, S. Sudarshan  ·  McGraw-Hill</a:t>
            </a:r>
            <a:endParaRPr lang="en-US" sz="1200" dirty="0"/>
          </a:p>
        </p:txBody>
      </p:sp>
      <p:sp>
        <p:nvSpPr>
          <p:cNvPr id="10" name="Text 7">
            <a:hlinkClick r:id="rId4"/>
          </p:cNvPr>
          <p:cNvSpPr/>
          <p:nvPr/>
        </p:nvSpPr>
        <p:spPr>
          <a:xfrm>
            <a:off x="1207008" y="2514600"/>
            <a:ext cx="7223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u="sng" dirty="0">
                <a:solidFill>
                  <a:srgbClr val="156082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https://www.db-book.com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8842248" y="2093976"/>
            <a:ext cx="2148840" cy="475488"/>
          </a:xfrm>
          <a:prstGeom prst="roundRect">
            <a:avLst>
              <a:gd name="adj" fmla="val 23077"/>
            </a:avLst>
          </a:prstGeom>
          <a:solidFill>
            <a:srgbClr val="E8F2F8"/>
          </a:solidFill>
          <a:ln/>
        </p:spPr>
      </p:sp>
      <p:sp>
        <p:nvSpPr>
          <p:cNvPr id="12" name="Text 9"/>
          <p:cNvSpPr/>
          <p:nvPr/>
        </p:nvSpPr>
        <p:spPr>
          <a:xfrm>
            <a:off x="8842248" y="2093976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560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7th Ed.  2019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841248" y="2907792"/>
            <a:ext cx="10515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41248" y="2907792"/>
            <a:ext cx="109728" cy="914400"/>
          </a:xfrm>
          <a:prstGeom prst="rect">
            <a:avLst/>
          </a:prstGeom>
          <a:solidFill>
            <a:srgbClr val="E97132"/>
          </a:solidFill>
          <a:ln/>
        </p:spPr>
      </p:sp>
      <p:sp>
        <p:nvSpPr>
          <p:cNvPr id="15" name="Text 12"/>
          <p:cNvSpPr/>
          <p:nvPr/>
        </p:nvSpPr>
        <p:spPr>
          <a:xfrm>
            <a:off x="1207008" y="2999232"/>
            <a:ext cx="7223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Fundamentals of Database Systems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1207008" y="3310128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R. Elmasri, S. B. Navathe  ·  Pearson</a:t>
            </a:r>
            <a:endParaRPr lang="en-US" sz="1200" dirty="0"/>
          </a:p>
        </p:txBody>
      </p:sp>
      <p:sp>
        <p:nvSpPr>
          <p:cNvPr id="17" name="Text 14">
            <a:hlinkClick r:id="rId5"/>
          </p:cNvPr>
          <p:cNvSpPr/>
          <p:nvPr/>
        </p:nvSpPr>
        <p:spPr>
          <a:xfrm>
            <a:off x="1207008" y="3547872"/>
            <a:ext cx="7223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u="sng" dirty="0">
                <a:solidFill>
                  <a:srgbClr val="E97132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https://www.pearson.com/en-us/subject-catalog/p/fundamentals-of-database-systems/P200000003546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8842248" y="3127248"/>
            <a:ext cx="2148840" cy="475488"/>
          </a:xfrm>
          <a:prstGeom prst="roundRect">
            <a:avLst>
              <a:gd name="adj" fmla="val 23077"/>
            </a:avLst>
          </a:prstGeom>
          <a:solidFill>
            <a:srgbClr val="E8F2F8"/>
          </a:solidFill>
          <a:ln/>
        </p:spPr>
      </p:sp>
      <p:sp>
        <p:nvSpPr>
          <p:cNvPr id="19" name="Text 16"/>
          <p:cNvSpPr/>
          <p:nvPr/>
        </p:nvSpPr>
        <p:spPr>
          <a:xfrm>
            <a:off x="8842248" y="3127248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560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7th Ed.  2016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841248" y="3941064"/>
            <a:ext cx="10515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41248" y="3941064"/>
            <a:ext cx="109728" cy="914400"/>
          </a:xfrm>
          <a:prstGeom prst="rect">
            <a:avLst/>
          </a:prstGeom>
          <a:solidFill>
            <a:srgbClr val="196B24"/>
          </a:solidFill>
          <a:ln/>
        </p:spPr>
      </p:sp>
      <p:sp>
        <p:nvSpPr>
          <p:cNvPr id="22" name="Text 19"/>
          <p:cNvSpPr/>
          <p:nvPr/>
        </p:nvSpPr>
        <p:spPr>
          <a:xfrm>
            <a:off x="1207008" y="4032504"/>
            <a:ext cx="7223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Database Management Systems</a:t>
            </a:r>
            <a:endParaRPr lang="en-US" sz="1550" dirty="0"/>
          </a:p>
        </p:txBody>
      </p:sp>
      <p:sp>
        <p:nvSpPr>
          <p:cNvPr id="23" name="Text 20"/>
          <p:cNvSpPr/>
          <p:nvPr/>
        </p:nvSpPr>
        <p:spPr>
          <a:xfrm>
            <a:off x="1207008" y="4343400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R. Ramakrishnan, J. Gehrke  ·  McGraw-Hill</a:t>
            </a:r>
            <a:endParaRPr lang="en-US" sz="1200" dirty="0"/>
          </a:p>
        </p:txBody>
      </p:sp>
      <p:sp>
        <p:nvSpPr>
          <p:cNvPr id="24" name="Text 21">
            <a:hlinkClick r:id="rId6"/>
          </p:cNvPr>
          <p:cNvSpPr/>
          <p:nvPr/>
        </p:nvSpPr>
        <p:spPr>
          <a:xfrm>
            <a:off x="1207008" y="4581144"/>
            <a:ext cx="7223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u="sng" dirty="0">
                <a:solidFill>
                  <a:srgbClr val="196B24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https://pages.cs.wisc.edu/~dbbook/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8842248" y="4160520"/>
            <a:ext cx="2148840" cy="475488"/>
          </a:xfrm>
          <a:prstGeom prst="roundRect">
            <a:avLst>
              <a:gd name="adj" fmla="val 23077"/>
            </a:avLst>
          </a:prstGeom>
          <a:solidFill>
            <a:srgbClr val="E8F2F8"/>
          </a:solidFill>
          <a:ln/>
        </p:spPr>
      </p:sp>
      <p:sp>
        <p:nvSpPr>
          <p:cNvPr id="26" name="Text 23"/>
          <p:cNvSpPr/>
          <p:nvPr/>
        </p:nvSpPr>
        <p:spPr>
          <a:xfrm>
            <a:off x="8842248" y="4160520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560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3rd Ed.  2003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841248" y="4974336"/>
            <a:ext cx="10515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841248" y="4974336"/>
            <a:ext cx="109728" cy="914400"/>
          </a:xfrm>
          <a:prstGeom prst="rect">
            <a:avLst/>
          </a:prstGeom>
          <a:solidFill>
            <a:srgbClr val="A02B93"/>
          </a:solidFill>
          <a:ln/>
        </p:spPr>
      </p:sp>
      <p:sp>
        <p:nvSpPr>
          <p:cNvPr id="29" name="Text 26"/>
          <p:cNvSpPr/>
          <p:nvPr/>
        </p:nvSpPr>
        <p:spPr>
          <a:xfrm>
            <a:off x="1207008" y="5065776"/>
            <a:ext cx="7223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 Introduction to Database Systems</a:t>
            </a:r>
            <a:endParaRPr lang="en-US" sz="1550" dirty="0"/>
          </a:p>
        </p:txBody>
      </p:sp>
      <p:sp>
        <p:nvSpPr>
          <p:cNvPr id="30" name="Text 27"/>
          <p:cNvSpPr/>
          <p:nvPr/>
        </p:nvSpPr>
        <p:spPr>
          <a:xfrm>
            <a:off x="1207008" y="5376672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J. Date  ·  Pearson</a:t>
            </a:r>
            <a:endParaRPr lang="en-US" sz="1200" dirty="0"/>
          </a:p>
        </p:txBody>
      </p:sp>
      <p:sp>
        <p:nvSpPr>
          <p:cNvPr id="31" name="Text 28">
            <a:hlinkClick r:id="rId7"/>
          </p:cNvPr>
          <p:cNvSpPr/>
          <p:nvPr/>
        </p:nvSpPr>
        <p:spPr>
          <a:xfrm>
            <a:off x="1207008" y="5614416"/>
            <a:ext cx="7223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u="sng" dirty="0">
                <a:solidFill>
                  <a:srgbClr val="A02B93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https://www.pearson.com/en-us/subject-catalog/p/introduction-to-database-systems-an/P200000003398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8842248" y="5193792"/>
            <a:ext cx="2148840" cy="475488"/>
          </a:xfrm>
          <a:prstGeom prst="roundRect">
            <a:avLst>
              <a:gd name="adj" fmla="val 23077"/>
            </a:avLst>
          </a:prstGeom>
          <a:solidFill>
            <a:srgbClr val="E8F2F8"/>
          </a:solidFill>
          <a:ln/>
        </p:spPr>
      </p:sp>
      <p:sp>
        <p:nvSpPr>
          <p:cNvPr id="33" name="Text 30"/>
          <p:cNvSpPr/>
          <p:nvPr/>
        </p:nvSpPr>
        <p:spPr>
          <a:xfrm>
            <a:off x="8842248" y="5193792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560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8th Ed.  2003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386862998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80160" y="2468880"/>
            <a:ext cx="96286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1737360" y="3703320"/>
            <a:ext cx="8714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Home challenge: open any app you love and list its primary keys and foreign keys on paper.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737360" y="6126480"/>
            <a:ext cx="8714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Model | Database Management Systems | K. R. Mangalam University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2680</Words>
  <Application>Microsoft Office PowerPoint</Application>
  <PresentationFormat>Widescreen</PresentationFormat>
  <Paragraphs>522</Paragraphs>
  <Slides>28</Slides>
  <Notes>28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2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Mansi Kajal-Assistant Professor SOET</cp:lastModifiedBy>
  <cp:revision>56</cp:revision>
  <dcterms:created xsi:type="dcterms:W3CDTF">2026-07-19T04:44:28Z</dcterms:created>
  <dcterms:modified xsi:type="dcterms:W3CDTF">2026-08-01T18:52:06Z</dcterms:modified>
</cp:coreProperties>
</file>